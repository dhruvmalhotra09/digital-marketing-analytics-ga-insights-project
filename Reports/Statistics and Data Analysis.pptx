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1"/>
  </p:notesMasterIdLst>
  <p:sldIdLst>
    <p:sldId id="256" r:id="rId2"/>
    <p:sldId id="258" r:id="rId3"/>
    <p:sldId id="259" r:id="rId4"/>
    <p:sldId id="297" r:id="rId5"/>
    <p:sldId id="260" r:id="rId6"/>
    <p:sldId id="299" r:id="rId7"/>
    <p:sldId id="300" r:id="rId8"/>
    <p:sldId id="301" r:id="rId9"/>
    <p:sldId id="303" r:id="rId10"/>
    <p:sldId id="305" r:id="rId11"/>
    <p:sldId id="307" r:id="rId12"/>
    <p:sldId id="308" r:id="rId13"/>
    <p:sldId id="310" r:id="rId14"/>
    <p:sldId id="309" r:id="rId15"/>
    <p:sldId id="312" r:id="rId16"/>
    <p:sldId id="266" r:id="rId17"/>
    <p:sldId id="314" r:id="rId18"/>
    <p:sldId id="315" r:id="rId19"/>
    <p:sldId id="316" r:id="rId20"/>
  </p:sldIdLst>
  <p:sldSz cx="9144000" cy="5143500" type="screen16x9"/>
  <p:notesSz cx="6858000" cy="9144000"/>
  <p:embeddedFontLst>
    <p:embeddedFont>
      <p:font typeface="Anaheim" panose="020B0604020202020204" charset="0"/>
      <p:regular r:id="rId22"/>
      <p:bold r:id="rId23"/>
    </p:embeddedFont>
    <p:embeddedFont>
      <p:font typeface="Baloo 2 ExtraBold" panose="020B0604020202020204" charset="0"/>
      <p:bold r:id="rId24"/>
    </p:embeddedFont>
    <p:embeddedFont>
      <p:font typeface="DM Sans" pitchFamily="2" charset="0"/>
      <p:regular r:id="rId25"/>
      <p:bold r:id="rId26"/>
      <p:italic r:id="rId27"/>
      <p:boldItalic r:id="rId28"/>
    </p:embeddedFont>
    <p:embeddedFont>
      <p:font typeface="Nunito Light" pitchFamily="2" charset="0"/>
      <p:regular r:id="rId29"/>
      <p:italic r:id="rId30"/>
    </p:embeddedFont>
    <p:embeddedFont>
      <p:font typeface="Poppins" panose="000005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69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884488E-D5A7-48B9-9BD4-9112153BBE51}">
  <a:tblStyle styleId="{8884488E-D5A7-48B9-9BD4-9112153BBE5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2D31765-A723-4EBD-B1FA-606F833E768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-1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>
          <a:extLst>
            <a:ext uri="{FF2B5EF4-FFF2-40B4-BE49-F238E27FC236}">
              <a16:creationId xmlns:a16="http://schemas.microsoft.com/office/drawing/2014/main" id="{5707812A-5EA4-FDC5-B973-8119173CA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4072739ea5_12_0:notes">
            <a:extLst>
              <a:ext uri="{FF2B5EF4-FFF2-40B4-BE49-F238E27FC236}">
                <a16:creationId xmlns:a16="http://schemas.microsoft.com/office/drawing/2014/main" id="{2488B61B-408F-8A19-7BBC-8AE85F77B0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4072739ea5_12_0:notes">
            <a:extLst>
              <a:ext uri="{FF2B5EF4-FFF2-40B4-BE49-F238E27FC236}">
                <a16:creationId xmlns:a16="http://schemas.microsoft.com/office/drawing/2014/main" id="{E8F1E51E-8F0D-A5D5-F17F-94DF0D90E5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8691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>
          <a:extLst>
            <a:ext uri="{FF2B5EF4-FFF2-40B4-BE49-F238E27FC236}">
              <a16:creationId xmlns:a16="http://schemas.microsoft.com/office/drawing/2014/main" id="{D5B3AEAF-E458-7384-56DF-F863128EF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54dda1946d_6_322:notes">
            <a:extLst>
              <a:ext uri="{FF2B5EF4-FFF2-40B4-BE49-F238E27FC236}">
                <a16:creationId xmlns:a16="http://schemas.microsoft.com/office/drawing/2014/main" id="{475A0F66-A3A1-7A90-849D-7BDAF5864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54dda1946d_6_322:notes">
            <a:extLst>
              <a:ext uri="{FF2B5EF4-FFF2-40B4-BE49-F238E27FC236}">
                <a16:creationId xmlns:a16="http://schemas.microsoft.com/office/drawing/2014/main" id="{F0CBD7BA-9A46-F949-B1DB-81A432FFA7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0721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>
          <a:extLst>
            <a:ext uri="{FF2B5EF4-FFF2-40B4-BE49-F238E27FC236}">
              <a16:creationId xmlns:a16="http://schemas.microsoft.com/office/drawing/2014/main" id="{BB48F3D3-B6E4-209E-E6D1-51D9D5AFB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54dda1946d_6_308:notes">
            <a:extLst>
              <a:ext uri="{FF2B5EF4-FFF2-40B4-BE49-F238E27FC236}">
                <a16:creationId xmlns:a16="http://schemas.microsoft.com/office/drawing/2014/main" id="{775F473F-63ED-0A77-2556-019198E751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54dda1946d_6_308:notes">
            <a:extLst>
              <a:ext uri="{FF2B5EF4-FFF2-40B4-BE49-F238E27FC236}">
                <a16:creationId xmlns:a16="http://schemas.microsoft.com/office/drawing/2014/main" id="{AA104FA7-6886-FEC9-AED9-89352901D6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682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80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6814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4C5AB-1CD4-BA15-5652-FCBCB1A2B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16EC6E-0B6D-002E-D00F-DC14F59F2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6F25E5-9D07-496C-532C-854ACBC14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09588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979D3-A047-6198-7758-FEFC40C75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404F1E-EDFE-535B-E6F9-7444A60CD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BE784-FE88-BF5A-81BF-DDA55F540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07714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ACE88-545C-1A19-6523-114FB9FD7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48D84-F855-1EE0-C4BD-7A12B3DD4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3F36E-DBA4-DAF7-FBCA-C18B0BF6F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1884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5D6D1-D6C7-4468-E28A-88BC316F9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EABE8-5517-45EE-91A4-444DFADE9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DB5FE5-435A-0A55-B005-B698E50AC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39582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2128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644614" y="-2747525"/>
            <a:ext cx="12278718" cy="10475804"/>
            <a:chOff x="-1644614" y="-2747525"/>
            <a:chExt cx="12278718" cy="10475804"/>
          </a:xfrm>
        </p:grpSpPr>
        <p:sp>
          <p:nvSpPr>
            <p:cNvPr id="10" name="Google Shape;10;p2"/>
            <p:cNvSpPr/>
            <p:nvPr/>
          </p:nvSpPr>
          <p:spPr>
            <a:xfrm rot="-2526399">
              <a:off x="5593085" y="3029310"/>
              <a:ext cx="4356710" cy="3718191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 rot="7128784">
              <a:off x="8363688" y="1001192"/>
              <a:ext cx="1703625" cy="1100471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490198">
              <a:off x="-1039429" y="-1920903"/>
              <a:ext cx="4803426" cy="393932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713225" y="2634850"/>
            <a:ext cx="38625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713225" y="3970798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871075" y="2969400"/>
            <a:ext cx="4559700" cy="130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100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871075" y="2425725"/>
            <a:ext cx="996900" cy="70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400" b="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871075" y="4229000"/>
            <a:ext cx="45597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" name="Google Shape;19;p3"/>
          <p:cNvGrpSpPr/>
          <p:nvPr/>
        </p:nvGrpSpPr>
        <p:grpSpPr>
          <a:xfrm>
            <a:off x="-3162649" y="-2703928"/>
            <a:ext cx="13165613" cy="11244425"/>
            <a:chOff x="-3162649" y="-2703928"/>
            <a:chExt cx="13165613" cy="11244425"/>
          </a:xfrm>
        </p:grpSpPr>
        <p:sp>
          <p:nvSpPr>
            <p:cNvPr id="20" name="Google Shape;20;p3"/>
            <p:cNvSpPr/>
            <p:nvPr/>
          </p:nvSpPr>
          <p:spPr>
            <a:xfrm rot="-8306489">
              <a:off x="6127382" y="-1119897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-2526298">
              <a:off x="-1178945" y="-19804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rot="7128936">
              <a:off x="-2814439" y="30148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360200" cy="10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7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4360200" cy="29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7"/>
          <p:cNvSpPr>
            <a:spLocks noGrp="1"/>
          </p:cNvSpPr>
          <p:nvPr>
            <p:ph type="pic" idx="2"/>
          </p:nvPr>
        </p:nvSpPr>
        <p:spPr>
          <a:xfrm>
            <a:off x="5287787" y="1164750"/>
            <a:ext cx="2702100" cy="3145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31" name="Google Shape;131;p7"/>
          <p:cNvGrpSpPr/>
          <p:nvPr/>
        </p:nvGrpSpPr>
        <p:grpSpPr>
          <a:xfrm>
            <a:off x="-1074892" y="-1954336"/>
            <a:ext cx="11396924" cy="8184515"/>
            <a:chOff x="-1074892" y="-1954336"/>
            <a:chExt cx="11396924" cy="8184515"/>
          </a:xfrm>
        </p:grpSpPr>
        <p:sp>
          <p:nvSpPr>
            <p:cNvPr id="132" name="Google Shape;132;p7"/>
            <p:cNvSpPr/>
            <p:nvPr/>
          </p:nvSpPr>
          <p:spPr>
            <a:xfrm rot="-9487761">
              <a:off x="6881307" y="-146472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7"/>
            <p:cNvSpPr/>
            <p:nvPr/>
          </p:nvSpPr>
          <p:spPr>
            <a:xfrm rot="-9880295" flipH="1">
              <a:off x="-871076" y="4120981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7"/>
          <p:cNvGrpSpPr/>
          <p:nvPr/>
        </p:nvGrpSpPr>
        <p:grpSpPr>
          <a:xfrm>
            <a:off x="7702991" y="236579"/>
            <a:ext cx="1713523" cy="1256858"/>
            <a:chOff x="7702991" y="236579"/>
            <a:chExt cx="1713523" cy="1256858"/>
          </a:xfrm>
        </p:grpSpPr>
        <p:grpSp>
          <p:nvGrpSpPr>
            <p:cNvPr id="135" name="Google Shape;135;p7"/>
            <p:cNvGrpSpPr/>
            <p:nvPr/>
          </p:nvGrpSpPr>
          <p:grpSpPr>
            <a:xfrm>
              <a:off x="7702991" y="236579"/>
              <a:ext cx="428274" cy="605851"/>
              <a:chOff x="6000261" y="1225220"/>
              <a:chExt cx="627600" cy="887824"/>
            </a:xfrm>
          </p:grpSpPr>
          <p:sp>
            <p:nvSpPr>
              <p:cNvPr id="136" name="Google Shape;136;p7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7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7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7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7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7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7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7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7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7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" name="Google Shape;149;p7"/>
            <p:cNvGrpSpPr/>
            <p:nvPr/>
          </p:nvGrpSpPr>
          <p:grpSpPr>
            <a:xfrm rot="-2376894">
              <a:off x="8771628" y="712393"/>
              <a:ext cx="471966" cy="712375"/>
              <a:chOff x="2047101" y="2145599"/>
              <a:chExt cx="407553" cy="615151"/>
            </a:xfrm>
          </p:grpSpPr>
          <p:sp>
            <p:nvSpPr>
              <p:cNvPr id="150" name="Google Shape;150;p7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7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7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7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7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7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7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7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7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7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7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7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7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7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7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7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7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7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7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7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7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7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7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7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0" name="Google Shape;180;p7"/>
          <p:cNvGrpSpPr/>
          <p:nvPr/>
        </p:nvGrpSpPr>
        <p:grpSpPr>
          <a:xfrm>
            <a:off x="90252" y="352520"/>
            <a:ext cx="8548512" cy="4482580"/>
            <a:chOff x="90252" y="352520"/>
            <a:chExt cx="8548512" cy="4482580"/>
          </a:xfrm>
        </p:grpSpPr>
        <p:sp>
          <p:nvSpPr>
            <p:cNvPr id="181" name="Google Shape;181;p7"/>
            <p:cNvSpPr/>
            <p:nvPr/>
          </p:nvSpPr>
          <p:spPr>
            <a:xfrm>
              <a:off x="8312089" y="35252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90252" y="4043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416925" y="46529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9"/>
          <p:cNvSpPr txBox="1">
            <a:spLocks noGrp="1"/>
          </p:cNvSpPr>
          <p:nvPr>
            <p:ph type="subTitle" idx="1"/>
          </p:nvPr>
        </p:nvSpPr>
        <p:spPr>
          <a:xfrm>
            <a:off x="4731475" y="1538600"/>
            <a:ext cx="36993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9"/>
          <p:cNvSpPr txBox="1">
            <a:spLocks noGrp="1"/>
          </p:cNvSpPr>
          <p:nvPr>
            <p:ph type="subTitle" idx="2"/>
          </p:nvPr>
        </p:nvSpPr>
        <p:spPr>
          <a:xfrm>
            <a:off x="872400" y="1538600"/>
            <a:ext cx="36993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9"/>
          <p:cNvGrpSpPr/>
          <p:nvPr/>
        </p:nvGrpSpPr>
        <p:grpSpPr>
          <a:xfrm>
            <a:off x="-1003990" y="-1494873"/>
            <a:ext cx="12202257" cy="9246220"/>
            <a:chOff x="-1003990" y="-1494873"/>
            <a:chExt cx="12202257" cy="9246220"/>
          </a:xfrm>
        </p:grpSpPr>
        <p:sp>
          <p:nvSpPr>
            <p:cNvPr id="195" name="Google Shape;195;p9"/>
            <p:cNvSpPr/>
            <p:nvPr/>
          </p:nvSpPr>
          <p:spPr>
            <a:xfrm rot="-1862678">
              <a:off x="6571680" y="3713484"/>
              <a:ext cx="4091079" cy="321307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9"/>
            <p:cNvSpPr/>
            <p:nvPr/>
          </p:nvSpPr>
          <p:spPr>
            <a:xfrm rot="-3988337" flipH="1">
              <a:off x="-833999" y="-1017772"/>
              <a:ext cx="2249730" cy="1845020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9"/>
          <p:cNvGrpSpPr/>
          <p:nvPr/>
        </p:nvGrpSpPr>
        <p:grpSpPr>
          <a:xfrm>
            <a:off x="7726686" y="3223087"/>
            <a:ext cx="1740094" cy="1817570"/>
            <a:chOff x="7726686" y="3223087"/>
            <a:chExt cx="1740094" cy="1817570"/>
          </a:xfrm>
        </p:grpSpPr>
        <p:grpSp>
          <p:nvGrpSpPr>
            <p:cNvPr id="198" name="Google Shape;198;p9"/>
            <p:cNvGrpSpPr/>
            <p:nvPr/>
          </p:nvGrpSpPr>
          <p:grpSpPr>
            <a:xfrm>
              <a:off x="8790410" y="3223087"/>
              <a:ext cx="676370" cy="1142272"/>
              <a:chOff x="2757910" y="1240337"/>
              <a:chExt cx="676370" cy="1142272"/>
            </a:xfrm>
          </p:grpSpPr>
          <p:sp>
            <p:nvSpPr>
              <p:cNvPr id="199" name="Google Shape;199;p9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9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9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9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9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9"/>
            <p:cNvGrpSpPr/>
            <p:nvPr/>
          </p:nvGrpSpPr>
          <p:grpSpPr>
            <a:xfrm>
              <a:off x="7726686" y="4365344"/>
              <a:ext cx="959226" cy="675313"/>
              <a:chOff x="3622711" y="1331469"/>
              <a:chExt cx="959226" cy="675313"/>
            </a:xfrm>
          </p:grpSpPr>
          <p:sp>
            <p:nvSpPr>
              <p:cNvPr id="208" name="Google Shape;208;p9"/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9"/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9"/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9"/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9"/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9"/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9"/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9"/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9"/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9"/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9"/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9"/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9"/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9"/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9"/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3" name="Google Shape;223;p9"/>
          <p:cNvGrpSpPr/>
          <p:nvPr/>
        </p:nvGrpSpPr>
        <p:grpSpPr>
          <a:xfrm>
            <a:off x="184075" y="23395"/>
            <a:ext cx="8461726" cy="4179175"/>
            <a:chOff x="184075" y="23395"/>
            <a:chExt cx="8461726" cy="4179175"/>
          </a:xfrm>
        </p:grpSpPr>
        <p:sp>
          <p:nvSpPr>
            <p:cNvPr id="224" name="Google Shape;224;p9"/>
            <p:cNvSpPr/>
            <p:nvPr/>
          </p:nvSpPr>
          <p:spPr>
            <a:xfrm>
              <a:off x="8319127" y="38801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>
              <a:off x="614752" y="233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184075" y="4921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1"/>
          <p:cNvGrpSpPr/>
          <p:nvPr/>
        </p:nvGrpSpPr>
        <p:grpSpPr>
          <a:xfrm>
            <a:off x="-2029214" y="-2389503"/>
            <a:ext cx="12217127" cy="9357900"/>
            <a:chOff x="-2029214" y="-2389503"/>
            <a:chExt cx="12217127" cy="9357900"/>
          </a:xfrm>
        </p:grpSpPr>
        <p:sp>
          <p:nvSpPr>
            <p:cNvPr id="232" name="Google Shape;232;p11"/>
            <p:cNvSpPr/>
            <p:nvPr/>
          </p:nvSpPr>
          <p:spPr>
            <a:xfrm rot="7128936">
              <a:off x="-1270089" y="14427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1"/>
            <p:cNvSpPr/>
            <p:nvPr/>
          </p:nvSpPr>
          <p:spPr>
            <a:xfrm rot="-8306489">
              <a:off x="6312332" y="-1616947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1"/>
            <p:cNvSpPr/>
            <p:nvPr/>
          </p:nvSpPr>
          <p:spPr>
            <a:xfrm rot="-2526298">
              <a:off x="-1524420" y="-1666024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11"/>
          <p:cNvSpPr txBox="1">
            <a:spLocks noGrp="1"/>
          </p:cNvSpPr>
          <p:nvPr>
            <p:ph type="title" hasCustomPrompt="1"/>
          </p:nvPr>
        </p:nvSpPr>
        <p:spPr>
          <a:xfrm>
            <a:off x="5302675" y="2703800"/>
            <a:ext cx="3128100" cy="10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36" name="Google Shape;236;p11"/>
          <p:cNvSpPr txBox="1">
            <a:spLocks noGrp="1"/>
          </p:cNvSpPr>
          <p:nvPr>
            <p:ph type="subTitle" idx="1"/>
          </p:nvPr>
        </p:nvSpPr>
        <p:spPr>
          <a:xfrm>
            <a:off x="5302675" y="3673475"/>
            <a:ext cx="31281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14"/>
          <p:cNvSpPr txBox="1">
            <a:spLocks noGrp="1"/>
          </p:cNvSpPr>
          <p:nvPr>
            <p:ph type="subTitle" idx="1"/>
          </p:nvPr>
        </p:nvSpPr>
        <p:spPr>
          <a:xfrm>
            <a:off x="1524375" y="2060193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14"/>
          <p:cNvSpPr txBox="1">
            <a:spLocks noGrp="1"/>
          </p:cNvSpPr>
          <p:nvPr>
            <p:ph type="subTitle" idx="2"/>
          </p:nvPr>
        </p:nvSpPr>
        <p:spPr>
          <a:xfrm>
            <a:off x="5419075" y="2060193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14"/>
          <p:cNvSpPr txBox="1">
            <a:spLocks noGrp="1"/>
          </p:cNvSpPr>
          <p:nvPr>
            <p:ph type="subTitle" idx="3"/>
          </p:nvPr>
        </p:nvSpPr>
        <p:spPr>
          <a:xfrm>
            <a:off x="1524375" y="3717175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14"/>
          <p:cNvSpPr txBox="1">
            <a:spLocks noGrp="1"/>
          </p:cNvSpPr>
          <p:nvPr>
            <p:ph type="subTitle" idx="4"/>
          </p:nvPr>
        </p:nvSpPr>
        <p:spPr>
          <a:xfrm>
            <a:off x="5419075" y="3717175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4"/>
          <p:cNvSpPr txBox="1">
            <a:spLocks noGrp="1"/>
          </p:cNvSpPr>
          <p:nvPr>
            <p:ph type="title" idx="5" hasCustomPrompt="1"/>
          </p:nvPr>
        </p:nvSpPr>
        <p:spPr>
          <a:xfrm>
            <a:off x="859275" y="1424275"/>
            <a:ext cx="667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6" name="Google Shape;306;p14"/>
          <p:cNvSpPr txBox="1">
            <a:spLocks noGrp="1"/>
          </p:cNvSpPr>
          <p:nvPr>
            <p:ph type="title" idx="6" hasCustomPrompt="1"/>
          </p:nvPr>
        </p:nvSpPr>
        <p:spPr>
          <a:xfrm>
            <a:off x="859275" y="3080674"/>
            <a:ext cx="667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7" name="Google Shape;307;p14"/>
          <p:cNvSpPr txBox="1">
            <a:spLocks noGrp="1"/>
          </p:cNvSpPr>
          <p:nvPr>
            <p:ph type="title" idx="7" hasCustomPrompt="1"/>
          </p:nvPr>
        </p:nvSpPr>
        <p:spPr>
          <a:xfrm>
            <a:off x="4753977" y="1424275"/>
            <a:ext cx="66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8" name="Google Shape;308;p14"/>
          <p:cNvSpPr txBox="1">
            <a:spLocks noGrp="1"/>
          </p:cNvSpPr>
          <p:nvPr>
            <p:ph type="title" idx="8" hasCustomPrompt="1"/>
          </p:nvPr>
        </p:nvSpPr>
        <p:spPr>
          <a:xfrm>
            <a:off x="4753977" y="3080674"/>
            <a:ext cx="66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9" name="Google Shape;309;p14"/>
          <p:cNvSpPr txBox="1">
            <a:spLocks noGrp="1"/>
          </p:cNvSpPr>
          <p:nvPr>
            <p:ph type="subTitle" idx="9"/>
          </p:nvPr>
        </p:nvSpPr>
        <p:spPr>
          <a:xfrm>
            <a:off x="1524375" y="1426525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0" name="Google Shape;310;p14"/>
          <p:cNvSpPr txBox="1">
            <a:spLocks noGrp="1"/>
          </p:cNvSpPr>
          <p:nvPr>
            <p:ph type="subTitle" idx="13"/>
          </p:nvPr>
        </p:nvSpPr>
        <p:spPr>
          <a:xfrm>
            <a:off x="5419075" y="1426525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1" name="Google Shape;311;p14"/>
          <p:cNvSpPr txBox="1">
            <a:spLocks noGrp="1"/>
          </p:cNvSpPr>
          <p:nvPr>
            <p:ph type="subTitle" idx="14"/>
          </p:nvPr>
        </p:nvSpPr>
        <p:spPr>
          <a:xfrm>
            <a:off x="1524375" y="3082997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2" name="Google Shape;312;p14"/>
          <p:cNvSpPr txBox="1">
            <a:spLocks noGrp="1"/>
          </p:cNvSpPr>
          <p:nvPr>
            <p:ph type="subTitle" idx="15"/>
          </p:nvPr>
        </p:nvSpPr>
        <p:spPr>
          <a:xfrm>
            <a:off x="5419075" y="3082997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313" name="Google Shape;313;p14"/>
          <p:cNvGrpSpPr/>
          <p:nvPr/>
        </p:nvGrpSpPr>
        <p:grpSpPr>
          <a:xfrm>
            <a:off x="-1037742" y="-2235586"/>
            <a:ext cx="11304662" cy="8284665"/>
            <a:chOff x="-1037742" y="-2235586"/>
            <a:chExt cx="11304662" cy="8284665"/>
          </a:xfrm>
        </p:grpSpPr>
        <p:sp>
          <p:nvSpPr>
            <p:cNvPr id="314" name="Google Shape;314;p14"/>
            <p:cNvSpPr/>
            <p:nvPr/>
          </p:nvSpPr>
          <p:spPr>
            <a:xfrm rot="-9487761">
              <a:off x="6826194" y="-174597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 rot="-9880295" flipH="1">
              <a:off x="-833926" y="3939881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14"/>
          <p:cNvGrpSpPr/>
          <p:nvPr/>
        </p:nvGrpSpPr>
        <p:grpSpPr>
          <a:xfrm>
            <a:off x="-49429" y="3983121"/>
            <a:ext cx="1527509" cy="1332112"/>
            <a:chOff x="-49429" y="3983121"/>
            <a:chExt cx="1527509" cy="1332112"/>
          </a:xfrm>
        </p:grpSpPr>
        <p:grpSp>
          <p:nvGrpSpPr>
            <p:cNvPr id="317" name="Google Shape;317;p14"/>
            <p:cNvGrpSpPr/>
            <p:nvPr/>
          </p:nvGrpSpPr>
          <p:grpSpPr>
            <a:xfrm>
              <a:off x="840880" y="4718150"/>
              <a:ext cx="637200" cy="597084"/>
              <a:chOff x="1932280" y="1331475"/>
              <a:chExt cx="637200" cy="597084"/>
            </a:xfrm>
          </p:grpSpPr>
          <p:sp>
            <p:nvSpPr>
              <p:cNvPr id="318" name="Google Shape;318;p14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4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4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4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4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4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4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4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4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4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4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4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0" name="Google Shape;330;p14"/>
            <p:cNvGrpSpPr/>
            <p:nvPr/>
          </p:nvGrpSpPr>
          <p:grpSpPr>
            <a:xfrm>
              <a:off x="-49429" y="3983121"/>
              <a:ext cx="588491" cy="951052"/>
              <a:chOff x="1062996" y="1340396"/>
              <a:chExt cx="588491" cy="951052"/>
            </a:xfrm>
          </p:grpSpPr>
          <p:sp>
            <p:nvSpPr>
              <p:cNvPr id="331" name="Google Shape;331;p14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4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4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14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4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4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7" name="Google Shape;337;p14"/>
          <p:cNvGrpSpPr/>
          <p:nvPr/>
        </p:nvGrpSpPr>
        <p:grpSpPr>
          <a:xfrm>
            <a:off x="393327" y="100000"/>
            <a:ext cx="8498675" cy="4378045"/>
            <a:chOff x="393327" y="100000"/>
            <a:chExt cx="8498675" cy="4378045"/>
          </a:xfrm>
        </p:grpSpPr>
        <p:sp>
          <p:nvSpPr>
            <p:cNvPr id="338" name="Google Shape;338;p14"/>
            <p:cNvSpPr/>
            <p:nvPr/>
          </p:nvSpPr>
          <p:spPr>
            <a:xfrm>
              <a:off x="393327" y="415564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8565327" y="3782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8246200" y="1000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22"/>
          <p:cNvGrpSpPr/>
          <p:nvPr/>
        </p:nvGrpSpPr>
        <p:grpSpPr>
          <a:xfrm>
            <a:off x="-2106233" y="-952769"/>
            <a:ext cx="12545486" cy="8509944"/>
            <a:chOff x="-2106233" y="-952769"/>
            <a:chExt cx="12545486" cy="8509944"/>
          </a:xfrm>
        </p:grpSpPr>
        <p:sp>
          <p:nvSpPr>
            <p:cNvPr id="511" name="Google Shape;511;p22"/>
            <p:cNvSpPr/>
            <p:nvPr/>
          </p:nvSpPr>
          <p:spPr>
            <a:xfrm rot="7341459" flipH="1">
              <a:off x="-1767562" y="4061175"/>
              <a:ext cx="3409980" cy="26781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22"/>
            <p:cNvSpPr/>
            <p:nvPr/>
          </p:nvSpPr>
          <p:spPr>
            <a:xfrm rot="10245665">
              <a:off x="8058163" y="-784291"/>
              <a:ext cx="2247692" cy="1843349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22"/>
          <p:cNvGrpSpPr/>
          <p:nvPr/>
        </p:nvGrpSpPr>
        <p:grpSpPr>
          <a:xfrm>
            <a:off x="1087005" y="172450"/>
            <a:ext cx="7905012" cy="4753945"/>
            <a:chOff x="1087005" y="172450"/>
            <a:chExt cx="7905012" cy="4753945"/>
          </a:xfrm>
        </p:grpSpPr>
        <p:sp>
          <p:nvSpPr>
            <p:cNvPr id="514" name="Google Shape;514;p22"/>
            <p:cNvSpPr/>
            <p:nvPr/>
          </p:nvSpPr>
          <p:spPr>
            <a:xfrm flipH="1">
              <a:off x="1087005" y="46039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22"/>
            <p:cNvSpPr/>
            <p:nvPr/>
          </p:nvSpPr>
          <p:spPr>
            <a:xfrm flipH="1">
              <a:off x="8665343" y="770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22"/>
            <p:cNvSpPr/>
            <p:nvPr/>
          </p:nvSpPr>
          <p:spPr>
            <a:xfrm flipH="1">
              <a:off x="8430782" y="1724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22"/>
          <p:cNvGrpSpPr/>
          <p:nvPr/>
        </p:nvGrpSpPr>
        <p:grpSpPr>
          <a:xfrm>
            <a:off x="-335165" y="3759862"/>
            <a:ext cx="1253120" cy="1142272"/>
            <a:chOff x="-335165" y="3759862"/>
            <a:chExt cx="1253120" cy="1142272"/>
          </a:xfrm>
        </p:grpSpPr>
        <p:grpSp>
          <p:nvGrpSpPr>
            <p:cNvPr id="518" name="Google Shape;518;p22"/>
            <p:cNvGrpSpPr/>
            <p:nvPr/>
          </p:nvGrpSpPr>
          <p:grpSpPr>
            <a:xfrm flipH="1">
              <a:off x="510249" y="4497559"/>
              <a:ext cx="407706" cy="388498"/>
              <a:chOff x="2884583" y="645291"/>
              <a:chExt cx="285089" cy="271696"/>
            </a:xfrm>
          </p:grpSpPr>
          <p:sp>
            <p:nvSpPr>
              <p:cNvPr id="519" name="Google Shape;519;p22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22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1" name="Google Shape;521;p22"/>
            <p:cNvGrpSpPr/>
            <p:nvPr/>
          </p:nvGrpSpPr>
          <p:grpSpPr>
            <a:xfrm>
              <a:off x="-335165" y="3759862"/>
              <a:ext cx="676370" cy="1142272"/>
              <a:chOff x="2757910" y="1240337"/>
              <a:chExt cx="676370" cy="1142272"/>
            </a:xfrm>
          </p:grpSpPr>
          <p:sp>
            <p:nvSpPr>
              <p:cNvPr id="522" name="Google Shape;522;p22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22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22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22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22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22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22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23"/>
          <p:cNvGrpSpPr/>
          <p:nvPr/>
        </p:nvGrpSpPr>
        <p:grpSpPr>
          <a:xfrm>
            <a:off x="-2000071" y="-3048428"/>
            <a:ext cx="12973783" cy="11115125"/>
            <a:chOff x="-2000071" y="-3048428"/>
            <a:chExt cx="12973783" cy="11115125"/>
          </a:xfrm>
        </p:grpSpPr>
        <p:sp>
          <p:nvSpPr>
            <p:cNvPr id="532" name="Google Shape;532;p23"/>
            <p:cNvSpPr/>
            <p:nvPr/>
          </p:nvSpPr>
          <p:spPr>
            <a:xfrm rot="-8306489">
              <a:off x="-1505843" y="3814578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/>
            <p:cNvSpPr/>
            <p:nvPr/>
          </p:nvSpPr>
          <p:spPr>
            <a:xfrm rot="-2526298">
              <a:off x="3963480" y="-23249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23"/>
            <p:cNvSpPr/>
            <p:nvPr/>
          </p:nvSpPr>
          <p:spPr>
            <a:xfrm rot="7128936">
              <a:off x="4994086" y="25410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p23"/>
          <p:cNvGrpSpPr/>
          <p:nvPr/>
        </p:nvGrpSpPr>
        <p:grpSpPr>
          <a:xfrm>
            <a:off x="4039126" y="812484"/>
            <a:ext cx="4161347" cy="3655602"/>
            <a:chOff x="3840701" y="713259"/>
            <a:chExt cx="4161347" cy="3655602"/>
          </a:xfrm>
        </p:grpSpPr>
        <p:grpSp>
          <p:nvGrpSpPr>
            <p:cNvPr id="536" name="Google Shape;536;p23"/>
            <p:cNvGrpSpPr/>
            <p:nvPr/>
          </p:nvGrpSpPr>
          <p:grpSpPr>
            <a:xfrm>
              <a:off x="4501506" y="1401751"/>
              <a:ext cx="2461134" cy="1589525"/>
              <a:chOff x="2436192" y="2730596"/>
              <a:chExt cx="924300" cy="596960"/>
            </a:xfrm>
          </p:grpSpPr>
          <p:sp>
            <p:nvSpPr>
              <p:cNvPr id="537" name="Google Shape;537;p23"/>
              <p:cNvSpPr/>
              <p:nvPr/>
            </p:nvSpPr>
            <p:spPr>
              <a:xfrm>
                <a:off x="2436192" y="2786955"/>
                <a:ext cx="924300" cy="54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3"/>
              <p:cNvSpPr/>
              <p:nvPr/>
            </p:nvSpPr>
            <p:spPr>
              <a:xfrm>
                <a:off x="2436192" y="2730596"/>
                <a:ext cx="924297" cy="56360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3"/>
              <p:cNvSpPr/>
              <p:nvPr/>
            </p:nvSpPr>
            <p:spPr>
              <a:xfrm>
                <a:off x="2461152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3"/>
              <p:cNvSpPr/>
              <p:nvPr/>
            </p:nvSpPr>
            <p:spPr>
              <a:xfrm>
                <a:off x="2500603" y="2745893"/>
                <a:ext cx="261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3"/>
              <p:cNvSpPr/>
              <p:nvPr/>
            </p:nvSpPr>
            <p:spPr>
              <a:xfrm>
                <a:off x="2540860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23"/>
              <p:cNvSpPr/>
              <p:nvPr/>
            </p:nvSpPr>
            <p:spPr>
              <a:xfrm>
                <a:off x="2481682" y="2858210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23"/>
              <p:cNvSpPr/>
              <p:nvPr/>
            </p:nvSpPr>
            <p:spPr>
              <a:xfrm>
                <a:off x="2481682" y="2943152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3"/>
              <p:cNvSpPr/>
              <p:nvPr/>
            </p:nvSpPr>
            <p:spPr>
              <a:xfrm>
                <a:off x="2481682" y="3028497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23"/>
              <p:cNvSpPr/>
              <p:nvPr/>
            </p:nvSpPr>
            <p:spPr>
              <a:xfrm>
                <a:off x="2481682" y="3113439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23"/>
              <p:cNvSpPr/>
              <p:nvPr/>
            </p:nvSpPr>
            <p:spPr>
              <a:xfrm>
                <a:off x="2481682" y="2898467"/>
                <a:ext cx="833718" cy="392507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2481682" y="2914972"/>
                <a:ext cx="833718" cy="376001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p23"/>
            <p:cNvGrpSpPr/>
            <p:nvPr/>
          </p:nvGrpSpPr>
          <p:grpSpPr>
            <a:xfrm>
              <a:off x="6621346" y="1957399"/>
              <a:ext cx="1380702" cy="2411461"/>
              <a:chOff x="6502296" y="1615124"/>
              <a:chExt cx="1380702" cy="2411461"/>
            </a:xfrm>
          </p:grpSpPr>
          <p:sp>
            <p:nvSpPr>
              <p:cNvPr id="549" name="Google Shape;549;p23"/>
              <p:cNvSpPr/>
              <p:nvPr/>
            </p:nvSpPr>
            <p:spPr>
              <a:xfrm>
                <a:off x="6990675" y="1711100"/>
                <a:ext cx="396300" cy="486450"/>
              </a:xfrm>
              <a:custGeom>
                <a:avLst/>
                <a:gdLst/>
                <a:ahLst/>
                <a:cxnLst/>
                <a:rect l="l" t="t" r="r" b="b"/>
                <a:pathLst>
                  <a:path w="15852" h="19458" extrusionOk="0">
                    <a:moveTo>
                      <a:pt x="0" y="5579"/>
                    </a:moveTo>
                    <a:lnTo>
                      <a:pt x="1701" y="19458"/>
                    </a:lnTo>
                    <a:lnTo>
                      <a:pt x="15852" y="16941"/>
                    </a:lnTo>
                    <a:lnTo>
                      <a:pt x="12314" y="2177"/>
                    </a:lnTo>
                    <a:lnTo>
                      <a:pt x="57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550" name="Google Shape;550;p23"/>
              <p:cNvSpPr/>
              <p:nvPr/>
            </p:nvSpPr>
            <p:spPr>
              <a:xfrm>
                <a:off x="6934616" y="1685929"/>
                <a:ext cx="451384" cy="297518"/>
              </a:xfrm>
              <a:custGeom>
                <a:avLst/>
                <a:gdLst/>
                <a:ahLst/>
                <a:cxnLst/>
                <a:rect l="l" t="t" r="r" b="b"/>
                <a:pathLst>
                  <a:path w="506" h="334" extrusionOk="0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6888321" y="2511763"/>
                <a:ext cx="815622" cy="1284027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439" extrusionOk="0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6942105" y="1981405"/>
                <a:ext cx="425511" cy="571206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41" extrusionOk="0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7548715" y="3707962"/>
                <a:ext cx="309092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5" extrusionOk="0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7550077" y="3796469"/>
                <a:ext cx="332921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3"/>
              <p:cNvSpPr/>
              <p:nvPr/>
            </p:nvSpPr>
            <p:spPr>
              <a:xfrm>
                <a:off x="6908745" y="3707962"/>
                <a:ext cx="312496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05" extrusionOk="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3"/>
              <p:cNvSpPr/>
              <p:nvPr/>
            </p:nvSpPr>
            <p:spPr>
              <a:xfrm>
                <a:off x="6886959" y="3796469"/>
                <a:ext cx="332239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3"/>
              <p:cNvSpPr/>
              <p:nvPr/>
            </p:nvSpPr>
            <p:spPr>
              <a:xfrm>
                <a:off x="7212391" y="2059699"/>
                <a:ext cx="548060" cy="51878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82" extrusionOk="0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3"/>
              <p:cNvSpPr/>
              <p:nvPr/>
            </p:nvSpPr>
            <p:spPr>
              <a:xfrm>
                <a:off x="7370341" y="2319091"/>
                <a:ext cx="184502" cy="54466"/>
              </a:xfrm>
              <a:custGeom>
                <a:avLst/>
                <a:gdLst/>
                <a:ahLst/>
                <a:cxnLst/>
                <a:rect l="l" t="t" r="r" b="b"/>
                <a:pathLst>
                  <a:path w="271" h="80" extrusionOk="0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6615312" y="2037232"/>
                <a:ext cx="395556" cy="444575"/>
              </a:xfrm>
              <a:custGeom>
                <a:avLst/>
                <a:gdLst/>
                <a:ahLst/>
                <a:cxnLst/>
                <a:rect l="l" t="t" r="r" b="b"/>
                <a:pathLst>
                  <a:path w="443" h="498" extrusionOk="0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3"/>
              <p:cNvSpPr/>
              <p:nvPr/>
            </p:nvSpPr>
            <p:spPr>
              <a:xfrm>
                <a:off x="6534295" y="2008637"/>
                <a:ext cx="111654" cy="141611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59" extrusionOk="0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3"/>
              <p:cNvSpPr/>
              <p:nvPr/>
            </p:nvSpPr>
            <p:spPr>
              <a:xfrm>
                <a:off x="6565612" y="2143440"/>
                <a:ext cx="33360" cy="2723"/>
              </a:xfrm>
              <a:custGeom>
                <a:avLst/>
                <a:gdLst/>
                <a:ahLst/>
                <a:cxnLst/>
                <a:rect l="l" t="t" r="r" b="b"/>
                <a:pathLst>
                  <a:path w="37" h="3" extrusionOk="0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3"/>
              <p:cNvSpPr/>
              <p:nvPr/>
            </p:nvSpPr>
            <p:spPr>
              <a:xfrm>
                <a:off x="6539060" y="2073996"/>
                <a:ext cx="99400" cy="7216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81" extrusionOk="0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3"/>
              <p:cNvSpPr/>
              <p:nvPr/>
            </p:nvSpPr>
            <p:spPr>
              <a:xfrm>
                <a:off x="6586037" y="1939875"/>
                <a:ext cx="5447" cy="49019"/>
              </a:xfrm>
              <a:custGeom>
                <a:avLst/>
                <a:gdLst/>
                <a:ahLst/>
                <a:cxnLst/>
                <a:rect l="l" t="t" r="r" b="b"/>
                <a:pathLst>
                  <a:path w="8" h="72" extrusionOk="0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4" name="Google Shape;564;p23"/>
              <p:cNvCxnSpPr/>
              <p:nvPr/>
            </p:nvCxnSpPr>
            <p:spPr>
              <a:xfrm flipH="1">
                <a:off x="6586084" y="193987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565" name="Google Shape;565;p23"/>
              <p:cNvSpPr/>
              <p:nvPr/>
            </p:nvSpPr>
            <p:spPr>
              <a:xfrm>
                <a:off x="6576506" y="1939194"/>
                <a:ext cx="24510" cy="51742"/>
              </a:xfrm>
              <a:custGeom>
                <a:avLst/>
                <a:gdLst/>
                <a:ahLst/>
                <a:cxnLst/>
                <a:rect l="l" t="t" r="r" b="b"/>
                <a:pathLst>
                  <a:path w="36" h="76" extrusionOk="0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3"/>
              <p:cNvSpPr/>
              <p:nvPr/>
            </p:nvSpPr>
            <p:spPr>
              <a:xfrm>
                <a:off x="6547911" y="1973235"/>
                <a:ext cx="61274" cy="160673"/>
              </a:xfrm>
              <a:custGeom>
                <a:avLst/>
                <a:gdLst/>
                <a:ahLst/>
                <a:cxnLst/>
                <a:rect l="l" t="t" r="r" b="b"/>
                <a:pathLst>
                  <a:path w="69" h="180" extrusionOk="0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>
                <a:off x="6521359" y="1732225"/>
                <a:ext cx="161354" cy="202203"/>
              </a:xfrm>
              <a:custGeom>
                <a:avLst/>
                <a:gdLst/>
                <a:ahLst/>
                <a:cxnLst/>
                <a:rect l="l" t="t" r="r" b="b"/>
                <a:pathLst>
                  <a:path w="181" h="227" extrusionOk="0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3"/>
              <p:cNvSpPr/>
              <p:nvPr/>
            </p:nvSpPr>
            <p:spPr>
              <a:xfrm>
                <a:off x="6502296" y="1708396"/>
                <a:ext cx="197438" cy="25598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87" extrusionOk="0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3"/>
              <p:cNvSpPr/>
              <p:nvPr/>
            </p:nvSpPr>
            <p:spPr>
              <a:xfrm>
                <a:off x="6505019" y="2005233"/>
                <a:ext cx="101442" cy="12322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6539741" y="1976639"/>
                <a:ext cx="118462" cy="11710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6539741" y="2022935"/>
                <a:ext cx="60593" cy="51061"/>
              </a:xfrm>
              <a:custGeom>
                <a:avLst/>
                <a:gdLst/>
                <a:ahLst/>
                <a:cxnLst/>
                <a:rect l="l" t="t" r="r" b="b"/>
                <a:pathLst>
                  <a:path w="68" h="57" extrusionOk="0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3"/>
              <p:cNvSpPr/>
              <p:nvPr/>
            </p:nvSpPr>
            <p:spPr>
              <a:xfrm>
                <a:off x="6533614" y="2097825"/>
                <a:ext cx="53785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60" h="12" extrusionOk="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3"/>
              <p:cNvSpPr/>
              <p:nvPr/>
            </p:nvSpPr>
            <p:spPr>
              <a:xfrm>
                <a:off x="6534295" y="2068549"/>
                <a:ext cx="63316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" extrusionOk="0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23"/>
              <p:cNvSpPr/>
              <p:nvPr/>
            </p:nvSpPr>
            <p:spPr>
              <a:xfrm>
                <a:off x="6539741" y="2042678"/>
                <a:ext cx="51742" cy="14297"/>
              </a:xfrm>
              <a:custGeom>
                <a:avLst/>
                <a:gdLst/>
                <a:ahLst/>
                <a:cxnLst/>
                <a:rect l="l" t="t" r="r" b="b"/>
                <a:pathLst>
                  <a:path w="58" h="16" extrusionOk="0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6590803" y="2051529"/>
                <a:ext cx="681" cy="5447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6601015" y="2027700"/>
                <a:ext cx="411214" cy="510615"/>
              </a:xfrm>
              <a:custGeom>
                <a:avLst/>
                <a:gdLst/>
                <a:ahLst/>
                <a:cxnLst/>
                <a:rect l="l" t="t" r="r" b="b"/>
                <a:pathLst>
                  <a:path w="461" h="573" extrusionOk="0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6904660" y="2201309"/>
                <a:ext cx="66040" cy="29002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25" extrusionOk="0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3"/>
              <p:cNvSpPr/>
              <p:nvPr/>
            </p:nvSpPr>
            <p:spPr>
              <a:xfrm>
                <a:off x="6925085" y="1981405"/>
                <a:ext cx="442532" cy="590271"/>
              </a:xfrm>
              <a:custGeom>
                <a:avLst/>
                <a:gdLst/>
                <a:ahLst/>
                <a:cxnLst/>
                <a:rect l="l" t="t" r="r" b="b"/>
                <a:pathLst>
                  <a:path w="496" h="662" extrusionOk="0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6888321" y="2511763"/>
                <a:ext cx="822429" cy="1230922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380" extrusionOk="0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7078269" y="1878601"/>
                <a:ext cx="125271" cy="239648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69" extrusionOk="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7203540" y="1907876"/>
                <a:ext cx="0" cy="2246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5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3"/>
              <p:cNvSpPr/>
              <p:nvPr/>
            </p:nvSpPr>
            <p:spPr>
              <a:xfrm>
                <a:off x="7086439" y="1907876"/>
                <a:ext cx="117101" cy="61274"/>
              </a:xfrm>
              <a:custGeom>
                <a:avLst/>
                <a:gdLst/>
                <a:ahLst/>
                <a:cxnLst/>
                <a:rect l="l" t="t" r="r" b="b"/>
                <a:pathLst>
                  <a:path w="131" h="69" extrusionOk="0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3"/>
              <p:cNvSpPr/>
              <p:nvPr/>
            </p:nvSpPr>
            <p:spPr>
              <a:xfrm>
                <a:off x="7004741" y="1678440"/>
                <a:ext cx="240330" cy="294795"/>
              </a:xfrm>
              <a:custGeom>
                <a:avLst/>
                <a:gdLst/>
                <a:ahLst/>
                <a:cxnLst/>
                <a:rect l="l" t="t" r="r" b="b"/>
                <a:pathLst>
                  <a:path w="270" h="330" extrusionOk="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7145670" y="1845241"/>
                <a:ext cx="43572" cy="21786"/>
              </a:xfrm>
              <a:custGeom>
                <a:avLst/>
                <a:gdLst/>
                <a:ahLst/>
                <a:cxnLst/>
                <a:rect l="l" t="t" r="r" b="b"/>
                <a:pathLst>
                  <a:path w="49" h="24" extrusionOk="0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7004741" y="1828220"/>
                <a:ext cx="15659" cy="170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9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23"/>
              <p:cNvSpPr/>
              <p:nvPr/>
            </p:nvSpPr>
            <p:spPr>
              <a:xfrm>
                <a:off x="7028569" y="1805073"/>
                <a:ext cx="25191" cy="44934"/>
              </a:xfrm>
              <a:custGeom>
                <a:avLst/>
                <a:gdLst/>
                <a:ahLst/>
                <a:cxnLst/>
                <a:rect l="l" t="t" r="r" b="b"/>
                <a:pathLst>
                  <a:path w="28" h="50" extrusionOk="0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23"/>
              <p:cNvSpPr/>
              <p:nvPr/>
            </p:nvSpPr>
            <p:spPr>
              <a:xfrm>
                <a:off x="7097332" y="1749245"/>
                <a:ext cx="61274" cy="64678"/>
              </a:xfrm>
              <a:custGeom>
                <a:avLst/>
                <a:gdLst/>
                <a:ahLst/>
                <a:cxnLst/>
                <a:rect l="l" t="t" r="r" b="b"/>
                <a:pathLst>
                  <a:path w="69" h="73" extrusionOk="0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7010868" y="1752649"/>
                <a:ext cx="49019" cy="48338"/>
              </a:xfrm>
              <a:custGeom>
                <a:avLst/>
                <a:gdLst/>
                <a:ahLst/>
                <a:cxnLst/>
                <a:rect l="l" t="t" r="r" b="b"/>
                <a:pathLst>
                  <a:path w="55" h="54" extrusionOk="0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7228049" y="1789414"/>
                <a:ext cx="66040" cy="129356"/>
              </a:xfrm>
              <a:custGeom>
                <a:avLst/>
                <a:gdLst/>
                <a:ahLst/>
                <a:cxnLst/>
                <a:rect l="l" t="t" r="r" b="b"/>
                <a:pathLst>
                  <a:path w="74" h="145" extrusionOk="0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23"/>
              <p:cNvSpPr/>
              <p:nvPr/>
            </p:nvSpPr>
            <p:spPr>
              <a:xfrm>
                <a:off x="7234857" y="1819370"/>
                <a:ext cx="33360" cy="27233"/>
              </a:xfrm>
              <a:custGeom>
                <a:avLst/>
                <a:gdLst/>
                <a:ahLst/>
                <a:cxnLst/>
                <a:rect l="l" t="t" r="r" b="b"/>
                <a:pathLst>
                  <a:path w="38" h="30" extrusionOk="0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3"/>
              <p:cNvSpPr/>
              <p:nvPr/>
            </p:nvSpPr>
            <p:spPr>
              <a:xfrm>
                <a:off x="6982954" y="1615124"/>
                <a:ext cx="307050" cy="19471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18" extrusionOk="0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3"/>
              <p:cNvSpPr/>
              <p:nvPr/>
            </p:nvSpPr>
            <p:spPr>
              <a:xfrm>
                <a:off x="7394850" y="2367429"/>
                <a:ext cx="39487" cy="211054"/>
              </a:xfrm>
              <a:custGeom>
                <a:avLst/>
                <a:gdLst/>
                <a:ahLst/>
                <a:cxnLst/>
                <a:rect l="l" t="t" r="r" b="b"/>
                <a:pathLst>
                  <a:path w="44" h="237" extrusionOk="0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rgbClr val="27314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3"/>
              <p:cNvSpPr/>
              <p:nvPr/>
            </p:nvSpPr>
            <p:spPr>
              <a:xfrm>
                <a:off x="7071461" y="2201990"/>
                <a:ext cx="322709" cy="447298"/>
              </a:xfrm>
              <a:custGeom>
                <a:avLst/>
                <a:gdLst/>
                <a:ahLst/>
                <a:cxnLst/>
                <a:rect l="l" t="t" r="r" b="b"/>
                <a:pathLst>
                  <a:path w="362" h="501" extrusionOk="0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3"/>
              <p:cNvSpPr/>
              <p:nvPr/>
            </p:nvSpPr>
            <p:spPr>
              <a:xfrm>
                <a:off x="7197413" y="231909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3"/>
              <p:cNvSpPr/>
              <p:nvPr/>
            </p:nvSpPr>
            <p:spPr>
              <a:xfrm>
                <a:off x="7270941" y="2312283"/>
                <a:ext cx="171567" cy="204927"/>
              </a:xfrm>
              <a:custGeom>
                <a:avLst/>
                <a:gdLst/>
                <a:ahLst/>
                <a:cxnLst/>
                <a:rect l="l" t="t" r="r" b="b"/>
                <a:pathLst>
                  <a:path w="192" h="230" extrusionOk="0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3"/>
              <p:cNvSpPr/>
              <p:nvPr/>
            </p:nvSpPr>
            <p:spPr>
              <a:xfrm>
                <a:off x="7104140" y="1805073"/>
                <a:ext cx="27233" cy="47657"/>
              </a:xfrm>
              <a:custGeom>
                <a:avLst/>
                <a:gdLst/>
                <a:ahLst/>
                <a:cxnLst/>
                <a:rect l="l" t="t" r="r" b="b"/>
                <a:pathLst>
                  <a:path w="30" h="53" extrusionOk="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23"/>
            <p:cNvGrpSpPr/>
            <p:nvPr/>
          </p:nvGrpSpPr>
          <p:grpSpPr>
            <a:xfrm>
              <a:off x="5350825" y="945922"/>
              <a:ext cx="669524" cy="947131"/>
              <a:chOff x="6000261" y="1225220"/>
              <a:chExt cx="627600" cy="887824"/>
            </a:xfrm>
          </p:grpSpPr>
          <p:sp>
            <p:nvSpPr>
              <p:cNvPr id="598" name="Google Shape;598;p2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2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2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2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2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2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2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2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2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1" name="Google Shape;611;p23"/>
            <p:cNvGrpSpPr/>
            <p:nvPr/>
          </p:nvGrpSpPr>
          <p:grpSpPr>
            <a:xfrm flipH="1">
              <a:off x="6374171" y="713259"/>
              <a:ext cx="588491" cy="951052"/>
              <a:chOff x="1062996" y="1340396"/>
              <a:chExt cx="588491" cy="951052"/>
            </a:xfrm>
          </p:grpSpPr>
          <p:sp>
            <p:nvSpPr>
              <p:cNvPr id="612" name="Google Shape;612;p23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3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23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23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23"/>
            <p:cNvGrpSpPr/>
            <p:nvPr/>
          </p:nvGrpSpPr>
          <p:grpSpPr>
            <a:xfrm>
              <a:off x="4997878" y="2657014"/>
              <a:ext cx="471946" cy="712345"/>
              <a:chOff x="2047101" y="2145599"/>
              <a:chExt cx="407553" cy="615151"/>
            </a:xfrm>
          </p:grpSpPr>
          <p:sp>
            <p:nvSpPr>
              <p:cNvPr id="619" name="Google Shape;619;p2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2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2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2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2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2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2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2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2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2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2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2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2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2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2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2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2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2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2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2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" name="Google Shape;649;p23"/>
            <p:cNvGrpSpPr/>
            <p:nvPr/>
          </p:nvGrpSpPr>
          <p:grpSpPr>
            <a:xfrm>
              <a:off x="7164619" y="1316177"/>
              <a:ext cx="415198" cy="415198"/>
              <a:chOff x="1404969" y="1106377"/>
              <a:chExt cx="415198" cy="415198"/>
            </a:xfrm>
          </p:grpSpPr>
          <p:sp>
            <p:nvSpPr>
              <p:cNvPr id="650" name="Google Shape;650;p23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23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2" name="Google Shape;652;p23"/>
            <p:cNvSpPr/>
            <p:nvPr/>
          </p:nvSpPr>
          <p:spPr>
            <a:xfrm>
              <a:off x="3840701" y="867524"/>
              <a:ext cx="531600" cy="876850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6535672" y="3138738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5627753" y="313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448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5" r:id="rId4"/>
    <p:sldLayoutId id="2147483657" r:id="rId5"/>
    <p:sldLayoutId id="2147483660" r:id="rId6"/>
    <p:sldLayoutId id="2147483668" r:id="rId7"/>
    <p:sldLayoutId id="2147483669" r:id="rId8"/>
    <p:sldLayoutId id="2147483674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7"/>
          <p:cNvSpPr txBox="1">
            <a:spLocks noGrp="1"/>
          </p:cNvSpPr>
          <p:nvPr>
            <p:ph type="ctrTitle"/>
          </p:nvPr>
        </p:nvSpPr>
        <p:spPr>
          <a:xfrm>
            <a:off x="477472" y="651933"/>
            <a:ext cx="3920405" cy="30882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400" b="1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Data-Driven Insights for Digital Marketing Campaigns</a:t>
            </a:r>
            <a:r>
              <a:rPr lang="en" sz="4400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endParaRPr sz="4400" dirty="0"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</p:txBody>
      </p:sp>
      <p:sp>
        <p:nvSpPr>
          <p:cNvPr id="667" name="Google Shape;667;p27"/>
          <p:cNvSpPr txBox="1">
            <a:spLocks noGrp="1"/>
          </p:cNvSpPr>
          <p:nvPr>
            <p:ph type="subTitle" idx="1"/>
          </p:nvPr>
        </p:nvSpPr>
        <p:spPr>
          <a:xfrm>
            <a:off x="477472" y="3740200"/>
            <a:ext cx="3862500" cy="4050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900" i="1" dirty="0">
                <a:latin typeface="Poppins" panose="00000500000000000000" pitchFamily="2" charset="0"/>
                <a:cs typeface="Poppins" panose="00000500000000000000" pitchFamily="2" charset="0"/>
              </a:rPr>
              <a:t>Leveraging Analytics to Optimize Campaign Performance</a:t>
            </a:r>
            <a:endParaRPr sz="900" i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68" name="Google Shape;668;p27"/>
          <p:cNvSpPr txBox="1">
            <a:spLocks noGrp="1"/>
          </p:cNvSpPr>
          <p:nvPr>
            <p:ph type="subTitle" idx="1"/>
          </p:nvPr>
        </p:nvSpPr>
        <p:spPr>
          <a:xfrm>
            <a:off x="7417325" y="432175"/>
            <a:ext cx="1087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6th Grade</a:t>
            </a:r>
            <a:endParaRPr>
              <a:solidFill>
                <a:schemeClr val="dk2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grpSp>
        <p:nvGrpSpPr>
          <p:cNvPr id="669" name="Google Shape;669;p27"/>
          <p:cNvGrpSpPr/>
          <p:nvPr/>
        </p:nvGrpSpPr>
        <p:grpSpPr>
          <a:xfrm>
            <a:off x="4765672" y="760436"/>
            <a:ext cx="3246799" cy="3446635"/>
            <a:chOff x="4765672" y="760436"/>
            <a:chExt cx="3246799" cy="3446635"/>
          </a:xfrm>
        </p:grpSpPr>
        <p:sp>
          <p:nvSpPr>
            <p:cNvPr id="670" name="Google Shape;670;p27"/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/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/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/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/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/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/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/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/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/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/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/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/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/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/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/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/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/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/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/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/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/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/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/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/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/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/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/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/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/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/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/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/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/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/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/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/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/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/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/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/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/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/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/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/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/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/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/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/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/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/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/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/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/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/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/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/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/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/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/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/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/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/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/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/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/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/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/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/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/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/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/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/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/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/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FD9F035-2FE2-D633-8046-44AE7D745670}"/>
              </a:ext>
            </a:extLst>
          </p:cNvPr>
          <p:cNvSpPr txBox="1"/>
          <p:nvPr/>
        </p:nvSpPr>
        <p:spPr>
          <a:xfrm>
            <a:off x="6409198" y="4743390"/>
            <a:ext cx="2818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Dhruv  </a:t>
            </a:r>
          </a:p>
          <a:p>
            <a:r>
              <a:rPr lang="en-IN" sz="9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Business &amp; Marketing Analyst Trainee – GUVI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9"/>
          <p:cNvSpPr txBox="1">
            <a:spLocks noGrp="1"/>
          </p:cNvSpPr>
          <p:nvPr>
            <p:ph type="subTitle" idx="13"/>
          </p:nvPr>
        </p:nvSpPr>
        <p:spPr>
          <a:xfrm>
            <a:off x="5419075" y="1171981"/>
            <a:ext cx="2741945" cy="75906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lnSpc>
                <a:spcPct val="100000"/>
              </a:lnSpc>
            </a:pP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Data Cleaning and Preparation</a:t>
            </a:r>
            <a:endParaRPr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0" name="Google Shape;760;p29"/>
          <p:cNvSpPr txBox="1">
            <a:spLocks noGrp="1"/>
          </p:cNvSpPr>
          <p:nvPr>
            <p:ph type="title" idx="5"/>
          </p:nvPr>
        </p:nvSpPr>
        <p:spPr>
          <a:xfrm>
            <a:off x="859275" y="1424275"/>
            <a:ext cx="667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61" name="Google Shape;761;p29"/>
          <p:cNvSpPr txBox="1">
            <a:spLocks noGrp="1"/>
          </p:cNvSpPr>
          <p:nvPr>
            <p:ph type="subTitle" idx="9"/>
          </p:nvPr>
        </p:nvSpPr>
        <p:spPr>
          <a:xfrm>
            <a:off x="1524374" y="1171981"/>
            <a:ext cx="3047625" cy="75906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lnSpc>
                <a:spcPct val="100000"/>
              </a:lnSpc>
            </a:pP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Introduction and Project Overview</a:t>
            </a:r>
            <a:endParaRPr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2" name="Google Shape;762;p29"/>
          <p:cNvSpPr txBox="1">
            <a:spLocks noGrp="1"/>
          </p:cNvSpPr>
          <p:nvPr>
            <p:ph type="subTitle" idx="15"/>
          </p:nvPr>
        </p:nvSpPr>
        <p:spPr>
          <a:xfrm>
            <a:off x="5419075" y="2952219"/>
            <a:ext cx="2958000" cy="8603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Recommendations &amp; Strategic Insights</a:t>
            </a:r>
            <a:endParaRPr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3" name="Google Shape;763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Poppins" panose="00000500000000000000" pitchFamily="2" charset="0"/>
                <a:cs typeface="Poppins" panose="00000500000000000000" pitchFamily="2" charset="0"/>
              </a:rPr>
              <a:t>Table of contents</a:t>
            </a:r>
            <a:endParaRPr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4" name="Google Shape;764;p29"/>
          <p:cNvSpPr txBox="1">
            <a:spLocks noGrp="1"/>
          </p:cNvSpPr>
          <p:nvPr>
            <p:ph type="subTitle" idx="3"/>
          </p:nvPr>
        </p:nvSpPr>
        <p:spPr>
          <a:xfrm>
            <a:off x="1524375" y="3806369"/>
            <a:ext cx="3299086" cy="10679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300" dirty="0">
                <a:latin typeface="Poppins" panose="00000500000000000000" pitchFamily="2" charset="0"/>
                <a:cs typeface="Poppins" panose="00000500000000000000" pitchFamily="2" charset="0"/>
              </a:rPr>
              <a:t>Building interactive dashboards to analyze marketing performance and key user metrics.</a:t>
            </a:r>
            <a:endParaRPr sz="1300" dirty="0">
              <a:solidFill>
                <a:srgbClr val="666666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5" name="Google Shape;765;p29"/>
          <p:cNvSpPr txBox="1">
            <a:spLocks noGrp="1"/>
          </p:cNvSpPr>
          <p:nvPr>
            <p:ph type="subTitle" idx="1"/>
          </p:nvPr>
        </p:nvSpPr>
        <p:spPr>
          <a:xfrm>
            <a:off x="1524375" y="1927137"/>
            <a:ext cx="2958000" cy="9195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300" dirty="0">
                <a:latin typeface="Poppins" panose="00000500000000000000" pitchFamily="2" charset="0"/>
                <a:cs typeface="Poppins" panose="00000500000000000000" pitchFamily="2" charset="0"/>
              </a:rPr>
              <a:t>Brief overview of the project objectives, tools used, and overall analytical approach.</a:t>
            </a:r>
            <a:endParaRPr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6" name="Google Shape;766;p29"/>
          <p:cNvSpPr txBox="1">
            <a:spLocks noGrp="1"/>
          </p:cNvSpPr>
          <p:nvPr>
            <p:ph type="subTitle" idx="2"/>
          </p:nvPr>
        </p:nvSpPr>
        <p:spPr>
          <a:xfrm>
            <a:off x="5419073" y="1930920"/>
            <a:ext cx="3229625" cy="915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300" dirty="0">
                <a:latin typeface="Poppins" panose="00000500000000000000" pitchFamily="2" charset="0"/>
                <a:cs typeface="Poppins" panose="00000500000000000000" pitchFamily="2" charset="0"/>
              </a:rPr>
              <a:t>Cleaning and formatting Excel sheets to ensure accurate, structured, and analysis-ready data.</a:t>
            </a:r>
            <a:endParaRPr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7" name="Google Shape;767;p29"/>
          <p:cNvSpPr txBox="1">
            <a:spLocks noGrp="1"/>
          </p:cNvSpPr>
          <p:nvPr>
            <p:ph type="subTitle" idx="4"/>
          </p:nvPr>
        </p:nvSpPr>
        <p:spPr>
          <a:xfrm>
            <a:off x="5419074" y="3806369"/>
            <a:ext cx="3229625" cy="915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300" dirty="0">
                <a:latin typeface="Poppins" panose="00000500000000000000" pitchFamily="2" charset="0"/>
                <a:cs typeface="Poppins" panose="00000500000000000000" pitchFamily="2" charset="0"/>
              </a:rPr>
              <a:t>Summarizing key findings from the dashboard to optimize campaigns and improve ROI.</a:t>
            </a:r>
            <a:endParaRPr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8" name="Google Shape;768;p29"/>
          <p:cNvSpPr txBox="1">
            <a:spLocks noGrp="1"/>
          </p:cNvSpPr>
          <p:nvPr>
            <p:ph type="title" idx="6"/>
          </p:nvPr>
        </p:nvSpPr>
        <p:spPr>
          <a:xfrm>
            <a:off x="859275" y="3080674"/>
            <a:ext cx="667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69" name="Google Shape;769;p29"/>
          <p:cNvSpPr txBox="1">
            <a:spLocks noGrp="1"/>
          </p:cNvSpPr>
          <p:nvPr>
            <p:ph type="title" idx="7"/>
          </p:nvPr>
        </p:nvSpPr>
        <p:spPr>
          <a:xfrm>
            <a:off x="4753977" y="1424275"/>
            <a:ext cx="665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70" name="Google Shape;770;p29"/>
          <p:cNvSpPr txBox="1">
            <a:spLocks noGrp="1"/>
          </p:cNvSpPr>
          <p:nvPr>
            <p:ph type="title" idx="8"/>
          </p:nvPr>
        </p:nvSpPr>
        <p:spPr>
          <a:xfrm>
            <a:off x="4753977" y="3080674"/>
            <a:ext cx="665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71" name="Google Shape;771;p29"/>
          <p:cNvSpPr txBox="1">
            <a:spLocks noGrp="1"/>
          </p:cNvSpPr>
          <p:nvPr>
            <p:ph type="subTitle" idx="14"/>
          </p:nvPr>
        </p:nvSpPr>
        <p:spPr>
          <a:xfrm>
            <a:off x="1524375" y="2952219"/>
            <a:ext cx="3229601" cy="8603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Data Visualization and Analysis in Power BI</a:t>
            </a:r>
            <a:endParaRPr sz="2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b="1" dirty="0">
                <a:latin typeface="Poppins" panose="00000500000000000000" pitchFamily="2" charset="0"/>
                <a:cs typeface="Poppins" panose="00000500000000000000" pitchFamily="2" charset="0"/>
              </a:rPr>
              <a:t>Introduction</a:t>
            </a: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 and Project Overview</a:t>
            </a:r>
            <a:endParaRPr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78" name="Google Shape;778;p30"/>
          <p:cNvSpPr txBox="1">
            <a:spLocks noGrp="1"/>
          </p:cNvSpPr>
          <p:nvPr>
            <p:ph type="subTitle" idx="2"/>
          </p:nvPr>
        </p:nvSpPr>
        <p:spPr>
          <a:xfrm>
            <a:off x="779400" y="1315846"/>
            <a:ext cx="7890600" cy="13754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Project Objective:</a:t>
            </a:r>
          </a:p>
          <a:p>
            <a:pPr marL="0" lvl="0" indent="0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lvl="0" indent="-2857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The goal of this project is to </a:t>
            </a: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evaluate and enhance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digital marketing performance across multiple channels using data-driven insights. The analysis focuses on understanding user  behavior, engagement trends, and campaign effectiveness.</a:t>
            </a: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Google Shape;778;p30">
            <a:extLst>
              <a:ext uri="{FF2B5EF4-FFF2-40B4-BE49-F238E27FC236}">
                <a16:creationId xmlns:a16="http://schemas.microsoft.com/office/drawing/2014/main" id="{1D1CC9E3-78AE-6E27-7D0B-47336D1E6846}"/>
              </a:ext>
            </a:extLst>
          </p:cNvPr>
          <p:cNvSpPr txBox="1">
            <a:spLocks/>
          </p:cNvSpPr>
          <p:nvPr/>
        </p:nvSpPr>
        <p:spPr>
          <a:xfrm>
            <a:off x="720000" y="2989408"/>
            <a:ext cx="7441867" cy="1709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Tools and Techniques Used:</a:t>
            </a:r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25450" indent="-2857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Excel: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Data cleaning, transformation, and formatting across 10 datasets.</a:t>
            </a:r>
          </a:p>
          <a:p>
            <a:pPr marL="425450" indent="-2857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Power BI: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Dashboard creation, visual storytelling, and KPI tracking.</a:t>
            </a:r>
          </a:p>
          <a:p>
            <a:pPr marL="425450" indent="-2857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Statistical Analysis: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Used to uncover hidden trends and derive actionable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>
          <a:extLst>
            <a:ext uri="{FF2B5EF4-FFF2-40B4-BE49-F238E27FC236}">
              <a16:creationId xmlns:a16="http://schemas.microsoft.com/office/drawing/2014/main" id="{252EE907-876B-5FB6-6637-FC6F377EE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30">
            <a:extLst>
              <a:ext uri="{FF2B5EF4-FFF2-40B4-BE49-F238E27FC236}">
                <a16:creationId xmlns:a16="http://schemas.microsoft.com/office/drawing/2014/main" id="{9A5E4727-98B3-D36C-768C-E1BC8DE9805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79399" y="759523"/>
            <a:ext cx="7221601" cy="18812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Approach:</a:t>
            </a:r>
          </a:p>
          <a:p>
            <a:pPr marL="0" lvl="0" indent="0"/>
            <a:b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The project was divided into three key tasks:</a:t>
            </a:r>
          </a:p>
          <a:p>
            <a:pPr marL="285750" lvl="0" indent="-2857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Data Cleaning and Preparation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– Ensuring data accuracy and consistency.</a:t>
            </a:r>
          </a:p>
          <a:p>
            <a:pPr marL="285750" lvl="0" indent="-2857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Data Visualization and Analysis in Power BI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– Building interactive reports.</a:t>
            </a:r>
          </a:p>
          <a:p>
            <a:pPr marL="285750" lvl="0" indent="-2857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Insights and Recommendations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– Deriving conclusions to enhance campaign performance.</a:t>
            </a:r>
            <a:b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</a:br>
            <a:b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</a:br>
            <a:endParaRPr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2A2A63-6F89-6E01-3671-151336FF066A}"/>
              </a:ext>
            </a:extLst>
          </p:cNvPr>
          <p:cNvSpPr txBox="1"/>
          <p:nvPr/>
        </p:nvSpPr>
        <p:spPr>
          <a:xfrm>
            <a:off x="779399" y="2977359"/>
            <a:ext cx="722160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Outcome:</a:t>
            </a:r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A structured and visually 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interactive dashboard 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highlighting 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user engagement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traffic sources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revenue performance 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— supporting smarter, data-driven marketing decisions. </a:t>
            </a:r>
            <a:endParaRPr lang="en-IN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272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1"/>
          <p:cNvSpPr txBox="1">
            <a:spLocks noGrp="1"/>
          </p:cNvSpPr>
          <p:nvPr>
            <p:ph type="title"/>
          </p:nvPr>
        </p:nvSpPr>
        <p:spPr>
          <a:xfrm>
            <a:off x="3871075" y="2329937"/>
            <a:ext cx="4900392" cy="19429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4400" b="1" dirty="0">
                <a:latin typeface="Poppins" panose="00000500000000000000" pitchFamily="2" charset="0"/>
                <a:cs typeface="Poppins" panose="00000500000000000000" pitchFamily="2" charset="0"/>
              </a:rPr>
              <a:t>Data Cleaning and Preparation</a:t>
            </a:r>
            <a:endParaRPr sz="4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84" name="Google Shape;784;p31"/>
          <p:cNvSpPr txBox="1">
            <a:spLocks noGrp="1"/>
          </p:cNvSpPr>
          <p:nvPr>
            <p:ph type="title" idx="2"/>
          </p:nvPr>
        </p:nvSpPr>
        <p:spPr>
          <a:xfrm>
            <a:off x="3871075" y="2425725"/>
            <a:ext cx="996900" cy="7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785" name="Google Shape;785;p31"/>
          <p:cNvSpPr txBox="1">
            <a:spLocks noGrp="1"/>
          </p:cNvSpPr>
          <p:nvPr>
            <p:ph type="subTitle" idx="1"/>
          </p:nvPr>
        </p:nvSpPr>
        <p:spPr>
          <a:xfrm>
            <a:off x="3871075" y="4228999"/>
            <a:ext cx="4460126" cy="3684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900" i="1" dirty="0">
                <a:latin typeface="Poppins" panose="00000500000000000000" pitchFamily="2" charset="0"/>
                <a:cs typeface="Poppins" panose="00000500000000000000" pitchFamily="2" charset="0"/>
              </a:rPr>
              <a:t>Transforming raw marketing data into structured, analysis-ready insights.</a:t>
            </a:r>
            <a:endParaRPr sz="900" i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786" name="Google Shape;786;p31"/>
          <p:cNvGrpSpPr/>
          <p:nvPr/>
        </p:nvGrpSpPr>
        <p:grpSpPr>
          <a:xfrm>
            <a:off x="713221" y="502143"/>
            <a:ext cx="2987196" cy="3456293"/>
            <a:chOff x="713221" y="502143"/>
            <a:chExt cx="2987196" cy="3456293"/>
          </a:xfrm>
        </p:grpSpPr>
        <p:grpSp>
          <p:nvGrpSpPr>
            <p:cNvPr id="787" name="Google Shape;787;p31"/>
            <p:cNvGrpSpPr/>
            <p:nvPr/>
          </p:nvGrpSpPr>
          <p:grpSpPr>
            <a:xfrm>
              <a:off x="1974337" y="1193591"/>
              <a:ext cx="1726080" cy="1115464"/>
              <a:chOff x="4838012" y="1361547"/>
              <a:chExt cx="951900" cy="615157"/>
            </a:xfrm>
          </p:grpSpPr>
          <p:sp>
            <p:nvSpPr>
              <p:cNvPr id="788" name="Google Shape;788;p31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31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67" extrusionOk="0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31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31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31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31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31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43" extrusionOk="0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31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38" extrusionOk="0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31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163" extrusionOk="0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31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31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31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31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31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31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31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31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31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31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7" name="Google Shape;807;p31"/>
            <p:cNvGrpSpPr/>
            <p:nvPr/>
          </p:nvGrpSpPr>
          <p:grpSpPr>
            <a:xfrm>
              <a:off x="1442946" y="949677"/>
              <a:ext cx="437992" cy="437992"/>
              <a:chOff x="1309269" y="3291652"/>
              <a:chExt cx="415198" cy="415198"/>
            </a:xfrm>
          </p:grpSpPr>
          <p:sp>
            <p:nvSpPr>
              <p:cNvPr id="808" name="Google Shape;808;p31"/>
              <p:cNvSpPr/>
              <p:nvPr/>
            </p:nvSpPr>
            <p:spPr>
              <a:xfrm>
                <a:off x="1309269" y="3291652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31"/>
              <p:cNvSpPr/>
              <p:nvPr/>
            </p:nvSpPr>
            <p:spPr>
              <a:xfrm>
                <a:off x="1364756" y="3349053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10" name="Google Shape;810;p31"/>
            <p:cNvSpPr/>
            <p:nvPr/>
          </p:nvSpPr>
          <p:spPr>
            <a:xfrm>
              <a:off x="3052028" y="502143"/>
              <a:ext cx="560784" cy="924988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31"/>
            <p:cNvSpPr/>
            <p:nvPr/>
          </p:nvSpPr>
          <p:spPr>
            <a:xfrm>
              <a:off x="3003630" y="2329937"/>
              <a:ext cx="269949" cy="266432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31"/>
            <p:cNvSpPr/>
            <p:nvPr/>
          </p:nvSpPr>
          <p:spPr>
            <a:xfrm>
              <a:off x="3003613" y="2807213"/>
              <a:ext cx="166095" cy="27398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3" name="Google Shape;813;p31"/>
            <p:cNvGrpSpPr/>
            <p:nvPr/>
          </p:nvGrpSpPr>
          <p:grpSpPr>
            <a:xfrm>
              <a:off x="713221" y="1546974"/>
              <a:ext cx="1380702" cy="2411462"/>
              <a:chOff x="713221" y="1546974"/>
              <a:chExt cx="1380702" cy="2411462"/>
            </a:xfrm>
          </p:grpSpPr>
          <p:sp>
            <p:nvSpPr>
              <p:cNvPr id="814" name="Google Shape;814;p31"/>
              <p:cNvSpPr/>
              <p:nvPr/>
            </p:nvSpPr>
            <p:spPr>
              <a:xfrm flipH="1">
                <a:off x="1210219" y="1617779"/>
                <a:ext cx="451384" cy="297518"/>
              </a:xfrm>
              <a:custGeom>
                <a:avLst/>
                <a:gdLst/>
                <a:ahLst/>
                <a:cxnLst/>
                <a:rect l="l" t="t" r="r" b="b"/>
                <a:pathLst>
                  <a:path w="506" h="334" extrusionOk="0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31"/>
              <p:cNvSpPr/>
              <p:nvPr/>
            </p:nvSpPr>
            <p:spPr>
              <a:xfrm flipH="1">
                <a:off x="892277" y="2443613"/>
                <a:ext cx="815622" cy="1284025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439" extrusionOk="0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31"/>
              <p:cNvSpPr/>
              <p:nvPr/>
            </p:nvSpPr>
            <p:spPr>
              <a:xfrm flipH="1">
                <a:off x="1228602" y="1913255"/>
                <a:ext cx="425512" cy="571207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41" extrusionOk="0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31"/>
              <p:cNvSpPr/>
              <p:nvPr/>
            </p:nvSpPr>
            <p:spPr>
              <a:xfrm flipH="1">
                <a:off x="738412" y="3639812"/>
                <a:ext cx="309092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5" extrusionOk="0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31"/>
              <p:cNvSpPr/>
              <p:nvPr/>
            </p:nvSpPr>
            <p:spPr>
              <a:xfrm flipH="1">
                <a:off x="713221" y="3728319"/>
                <a:ext cx="332921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31"/>
              <p:cNvSpPr/>
              <p:nvPr/>
            </p:nvSpPr>
            <p:spPr>
              <a:xfrm flipH="1">
                <a:off x="1374978" y="3639812"/>
                <a:ext cx="312496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05" extrusionOk="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31"/>
              <p:cNvSpPr/>
              <p:nvPr/>
            </p:nvSpPr>
            <p:spPr>
              <a:xfrm flipH="1">
                <a:off x="1377020" y="3728319"/>
                <a:ext cx="332240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31"/>
              <p:cNvSpPr/>
              <p:nvPr/>
            </p:nvSpPr>
            <p:spPr>
              <a:xfrm flipH="1">
                <a:off x="835769" y="1991549"/>
                <a:ext cx="548060" cy="518784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82" extrusionOk="0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31"/>
              <p:cNvSpPr/>
              <p:nvPr/>
            </p:nvSpPr>
            <p:spPr>
              <a:xfrm flipH="1">
                <a:off x="1041376" y="2250941"/>
                <a:ext cx="184502" cy="54466"/>
              </a:xfrm>
              <a:custGeom>
                <a:avLst/>
                <a:gdLst/>
                <a:ahLst/>
                <a:cxnLst/>
                <a:rect l="l" t="t" r="r" b="b"/>
                <a:pathLst>
                  <a:path w="271" h="80" extrusionOk="0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31"/>
              <p:cNvSpPr/>
              <p:nvPr/>
            </p:nvSpPr>
            <p:spPr>
              <a:xfrm flipH="1">
                <a:off x="1585351" y="1969082"/>
                <a:ext cx="395556" cy="444574"/>
              </a:xfrm>
              <a:custGeom>
                <a:avLst/>
                <a:gdLst/>
                <a:ahLst/>
                <a:cxnLst/>
                <a:rect l="l" t="t" r="r" b="b"/>
                <a:pathLst>
                  <a:path w="443" h="498" extrusionOk="0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31"/>
              <p:cNvSpPr/>
              <p:nvPr/>
            </p:nvSpPr>
            <p:spPr>
              <a:xfrm flipH="1">
                <a:off x="1950270" y="1940487"/>
                <a:ext cx="111654" cy="14161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59" extrusionOk="0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31"/>
              <p:cNvSpPr/>
              <p:nvPr/>
            </p:nvSpPr>
            <p:spPr>
              <a:xfrm flipH="1">
                <a:off x="1997246" y="2075290"/>
                <a:ext cx="33360" cy="2723"/>
              </a:xfrm>
              <a:custGeom>
                <a:avLst/>
                <a:gdLst/>
                <a:ahLst/>
                <a:cxnLst/>
                <a:rect l="l" t="t" r="r" b="b"/>
                <a:pathLst>
                  <a:path w="37" h="3" extrusionOk="0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31"/>
              <p:cNvSpPr/>
              <p:nvPr/>
            </p:nvSpPr>
            <p:spPr>
              <a:xfrm flipH="1">
                <a:off x="1957759" y="2005846"/>
                <a:ext cx="99400" cy="7216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81" extrusionOk="0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31"/>
              <p:cNvSpPr/>
              <p:nvPr/>
            </p:nvSpPr>
            <p:spPr>
              <a:xfrm flipH="1">
                <a:off x="2004736" y="1871725"/>
                <a:ext cx="5447" cy="49019"/>
              </a:xfrm>
              <a:custGeom>
                <a:avLst/>
                <a:gdLst/>
                <a:ahLst/>
                <a:cxnLst/>
                <a:rect l="l" t="t" r="r" b="b"/>
                <a:pathLst>
                  <a:path w="8" h="72" extrusionOk="0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28" name="Google Shape;828;p31"/>
              <p:cNvCxnSpPr/>
              <p:nvPr/>
            </p:nvCxnSpPr>
            <p:spPr>
              <a:xfrm>
                <a:off x="2004736" y="1871725"/>
                <a:ext cx="5462" cy="48921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829" name="Google Shape;829;p31"/>
              <p:cNvSpPr/>
              <p:nvPr/>
            </p:nvSpPr>
            <p:spPr>
              <a:xfrm flipH="1">
                <a:off x="1995204" y="1871044"/>
                <a:ext cx="24509" cy="51742"/>
              </a:xfrm>
              <a:custGeom>
                <a:avLst/>
                <a:gdLst/>
                <a:ahLst/>
                <a:cxnLst/>
                <a:rect l="l" t="t" r="r" b="b"/>
                <a:pathLst>
                  <a:path w="36" h="76" extrusionOk="0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31"/>
              <p:cNvSpPr/>
              <p:nvPr/>
            </p:nvSpPr>
            <p:spPr>
              <a:xfrm flipH="1">
                <a:off x="1987034" y="1905085"/>
                <a:ext cx="61274" cy="160673"/>
              </a:xfrm>
              <a:custGeom>
                <a:avLst/>
                <a:gdLst/>
                <a:ahLst/>
                <a:cxnLst/>
                <a:rect l="l" t="t" r="r" b="b"/>
                <a:pathLst>
                  <a:path w="69" h="180" extrusionOk="0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31"/>
              <p:cNvSpPr/>
              <p:nvPr/>
            </p:nvSpPr>
            <p:spPr>
              <a:xfrm flipH="1">
                <a:off x="1913506" y="1664075"/>
                <a:ext cx="161354" cy="202203"/>
              </a:xfrm>
              <a:custGeom>
                <a:avLst/>
                <a:gdLst/>
                <a:ahLst/>
                <a:cxnLst/>
                <a:rect l="l" t="t" r="r" b="b"/>
                <a:pathLst>
                  <a:path w="181" h="227" extrusionOk="0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31"/>
              <p:cNvSpPr/>
              <p:nvPr/>
            </p:nvSpPr>
            <p:spPr>
              <a:xfrm flipH="1">
                <a:off x="1896486" y="1640246"/>
                <a:ext cx="197438" cy="25598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87" extrusionOk="0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31"/>
              <p:cNvSpPr/>
              <p:nvPr/>
            </p:nvSpPr>
            <p:spPr>
              <a:xfrm flipH="1">
                <a:off x="1989758" y="1937083"/>
                <a:ext cx="101442" cy="12322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31"/>
              <p:cNvSpPr/>
              <p:nvPr/>
            </p:nvSpPr>
            <p:spPr>
              <a:xfrm flipH="1">
                <a:off x="1938015" y="1908489"/>
                <a:ext cx="118462" cy="11710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31"/>
              <p:cNvSpPr/>
              <p:nvPr/>
            </p:nvSpPr>
            <p:spPr>
              <a:xfrm flipH="1">
                <a:off x="1980907" y="2003804"/>
                <a:ext cx="15659" cy="13616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3"/>
                      <a:pt x="2" y="4"/>
                      <a:pt x="3" y="6"/>
                    </a:cubicBezTo>
                    <a:cubicBezTo>
                      <a:pt x="7" y="10"/>
                      <a:pt x="12" y="13"/>
                      <a:pt x="18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4" y="13"/>
                      <a:pt x="12" y="11"/>
                      <a:pt x="9" y="9"/>
                    </a:cubicBezTo>
                    <a:cubicBezTo>
                      <a:pt x="7" y="8"/>
                      <a:pt x="6" y="6"/>
                      <a:pt x="4" y="4"/>
                    </a:cubicBezTo>
                    <a:cubicBezTo>
                      <a:pt x="4" y="4"/>
                      <a:pt x="4" y="4"/>
                      <a:pt x="3" y="3"/>
                    </a:cubicBezTo>
                    <a:cubicBezTo>
                      <a:pt x="3" y="2"/>
                      <a:pt x="2" y="1"/>
                      <a:pt x="1" y="0"/>
                    </a:cubicBezTo>
                  </a:path>
                </a:pathLst>
              </a:custGeom>
              <a:solidFill>
                <a:srgbClr val="FF643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31"/>
              <p:cNvSpPr/>
              <p:nvPr/>
            </p:nvSpPr>
            <p:spPr>
              <a:xfrm flipH="1">
                <a:off x="1995885" y="1954785"/>
                <a:ext cx="60593" cy="51061"/>
              </a:xfrm>
              <a:custGeom>
                <a:avLst/>
                <a:gdLst/>
                <a:ahLst/>
                <a:cxnLst/>
                <a:rect l="l" t="t" r="r" b="b"/>
                <a:pathLst>
                  <a:path w="68" h="57" extrusionOk="0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31"/>
              <p:cNvSpPr/>
              <p:nvPr/>
            </p:nvSpPr>
            <p:spPr>
              <a:xfrm flipH="1">
                <a:off x="1980907" y="1954785"/>
                <a:ext cx="75571" cy="62635"/>
              </a:xfrm>
              <a:custGeom>
                <a:avLst/>
                <a:gdLst/>
                <a:ahLst/>
                <a:cxnLst/>
                <a:rect l="l" t="t" r="r" b="b"/>
                <a:pathLst>
                  <a:path w="85" h="70" extrusionOk="0">
                    <a:moveTo>
                      <a:pt x="76" y="64"/>
                    </a:moveTo>
                    <a:cubicBezTo>
                      <a:pt x="79" y="66"/>
                      <a:pt x="81" y="68"/>
                      <a:pt x="85" y="70"/>
                    </a:cubicBezTo>
                    <a:cubicBezTo>
                      <a:pt x="82" y="68"/>
                      <a:pt x="79" y="66"/>
                      <a:pt x="76" y="64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14"/>
                      <a:pt x="15" y="22"/>
                      <a:pt x="29" y="22"/>
                    </a:cubicBezTo>
                    <a:cubicBezTo>
                      <a:pt x="40" y="22"/>
                      <a:pt x="51" y="17"/>
                      <a:pt x="61" y="9"/>
                    </a:cubicBezTo>
                    <a:cubicBezTo>
                      <a:pt x="61" y="9"/>
                      <a:pt x="53" y="34"/>
                      <a:pt x="68" y="55"/>
                    </a:cubicBezTo>
                    <a:cubicBezTo>
                      <a:pt x="69" y="56"/>
                      <a:pt x="70" y="57"/>
                      <a:pt x="70" y="58"/>
                    </a:cubicBezTo>
                    <a:cubicBezTo>
                      <a:pt x="56" y="40"/>
                      <a:pt x="61" y="17"/>
                      <a:pt x="63" y="11"/>
                    </a:cubicBezTo>
                    <a:cubicBezTo>
                      <a:pt x="64" y="6"/>
                      <a:pt x="64" y="6"/>
                      <a:pt x="64" y="6"/>
                    </a:cubicBezTo>
                    <a:cubicBezTo>
                      <a:pt x="59" y="9"/>
                      <a:pt x="59" y="9"/>
                      <a:pt x="59" y="9"/>
                    </a:cubicBezTo>
                    <a:cubicBezTo>
                      <a:pt x="54" y="11"/>
                      <a:pt x="49" y="14"/>
                      <a:pt x="43" y="16"/>
                    </a:cubicBezTo>
                    <a:cubicBezTo>
                      <a:pt x="37" y="18"/>
                      <a:pt x="32" y="19"/>
                      <a:pt x="26" y="19"/>
                    </a:cubicBezTo>
                    <a:cubicBezTo>
                      <a:pt x="26" y="19"/>
                      <a:pt x="25" y="19"/>
                      <a:pt x="25" y="19"/>
                    </a:cubicBezTo>
                    <a:cubicBezTo>
                      <a:pt x="20" y="19"/>
                      <a:pt x="14" y="18"/>
                      <a:pt x="9" y="14"/>
                    </a:cubicBezTo>
                    <a:cubicBezTo>
                      <a:pt x="5" y="11"/>
                      <a:pt x="1" y="6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31"/>
              <p:cNvSpPr/>
              <p:nvPr/>
            </p:nvSpPr>
            <p:spPr>
              <a:xfrm flipH="1">
                <a:off x="2008820" y="2029675"/>
                <a:ext cx="53785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60" h="12" extrusionOk="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31"/>
              <p:cNvSpPr/>
              <p:nvPr/>
            </p:nvSpPr>
            <p:spPr>
              <a:xfrm flipH="1">
                <a:off x="1998608" y="2000399"/>
                <a:ext cx="63316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" extrusionOk="0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31"/>
              <p:cNvSpPr/>
              <p:nvPr/>
            </p:nvSpPr>
            <p:spPr>
              <a:xfrm flipH="1">
                <a:off x="2004736" y="1974528"/>
                <a:ext cx="51742" cy="14297"/>
              </a:xfrm>
              <a:custGeom>
                <a:avLst/>
                <a:gdLst/>
                <a:ahLst/>
                <a:cxnLst/>
                <a:rect l="l" t="t" r="r" b="b"/>
                <a:pathLst>
                  <a:path w="58" h="16" extrusionOk="0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31"/>
              <p:cNvSpPr/>
              <p:nvPr/>
            </p:nvSpPr>
            <p:spPr>
              <a:xfrm flipH="1">
                <a:off x="2004736" y="1983379"/>
                <a:ext cx="681" cy="5447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31"/>
              <p:cNvSpPr/>
              <p:nvPr/>
            </p:nvSpPr>
            <p:spPr>
              <a:xfrm flipH="1">
                <a:off x="1583990" y="1959550"/>
                <a:ext cx="411214" cy="510614"/>
              </a:xfrm>
              <a:custGeom>
                <a:avLst/>
                <a:gdLst/>
                <a:ahLst/>
                <a:cxnLst/>
                <a:rect l="l" t="t" r="r" b="b"/>
                <a:pathLst>
                  <a:path w="461" h="573" extrusionOk="0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31"/>
              <p:cNvSpPr/>
              <p:nvPr/>
            </p:nvSpPr>
            <p:spPr>
              <a:xfrm flipH="1">
                <a:off x="1625519" y="2133159"/>
                <a:ext cx="66040" cy="29002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25" extrusionOk="0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31"/>
              <p:cNvSpPr/>
              <p:nvPr/>
            </p:nvSpPr>
            <p:spPr>
              <a:xfrm flipH="1">
                <a:off x="1228601" y="1913255"/>
                <a:ext cx="442533" cy="590270"/>
              </a:xfrm>
              <a:custGeom>
                <a:avLst/>
                <a:gdLst/>
                <a:ahLst/>
                <a:cxnLst/>
                <a:rect l="l" t="t" r="r" b="b"/>
                <a:pathLst>
                  <a:path w="496" h="662" extrusionOk="0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31"/>
              <p:cNvSpPr/>
              <p:nvPr/>
            </p:nvSpPr>
            <p:spPr>
              <a:xfrm flipH="1">
                <a:off x="885470" y="2443613"/>
                <a:ext cx="822429" cy="1230921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380" extrusionOk="0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31"/>
              <p:cNvSpPr/>
              <p:nvPr/>
            </p:nvSpPr>
            <p:spPr>
              <a:xfrm flipH="1">
                <a:off x="1392680" y="1810451"/>
                <a:ext cx="125271" cy="239648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69" extrusionOk="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31"/>
              <p:cNvSpPr/>
              <p:nvPr/>
            </p:nvSpPr>
            <p:spPr>
              <a:xfrm>
                <a:off x="1392679" y="1839726"/>
                <a:ext cx="0" cy="2246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5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31"/>
              <p:cNvSpPr/>
              <p:nvPr/>
            </p:nvSpPr>
            <p:spPr>
              <a:xfrm flipH="1">
                <a:off x="1392679" y="1839726"/>
                <a:ext cx="117101" cy="61274"/>
              </a:xfrm>
              <a:custGeom>
                <a:avLst/>
                <a:gdLst/>
                <a:ahLst/>
                <a:cxnLst/>
                <a:rect l="l" t="t" r="r" b="b"/>
                <a:pathLst>
                  <a:path w="131" h="69" extrusionOk="0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31"/>
              <p:cNvSpPr/>
              <p:nvPr/>
            </p:nvSpPr>
            <p:spPr>
              <a:xfrm flipH="1">
                <a:off x="1351149" y="1610290"/>
                <a:ext cx="240329" cy="294795"/>
              </a:xfrm>
              <a:custGeom>
                <a:avLst/>
                <a:gdLst/>
                <a:ahLst/>
                <a:cxnLst/>
                <a:rect l="l" t="t" r="r" b="b"/>
                <a:pathLst>
                  <a:path w="270" h="330" extrusionOk="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31"/>
              <p:cNvSpPr/>
              <p:nvPr/>
            </p:nvSpPr>
            <p:spPr>
              <a:xfrm flipH="1">
                <a:off x="1406976" y="1777091"/>
                <a:ext cx="43572" cy="21786"/>
              </a:xfrm>
              <a:custGeom>
                <a:avLst/>
                <a:gdLst/>
                <a:ahLst/>
                <a:cxnLst/>
                <a:rect l="l" t="t" r="r" b="b"/>
                <a:pathLst>
                  <a:path w="49" h="24" extrusionOk="0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31"/>
              <p:cNvSpPr/>
              <p:nvPr/>
            </p:nvSpPr>
            <p:spPr>
              <a:xfrm flipH="1">
                <a:off x="1575820" y="1760070"/>
                <a:ext cx="15659" cy="170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9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31"/>
              <p:cNvSpPr/>
              <p:nvPr/>
            </p:nvSpPr>
            <p:spPr>
              <a:xfrm flipH="1">
                <a:off x="1542459" y="1736923"/>
                <a:ext cx="25191" cy="44934"/>
              </a:xfrm>
              <a:custGeom>
                <a:avLst/>
                <a:gdLst/>
                <a:ahLst/>
                <a:cxnLst/>
                <a:rect l="l" t="t" r="r" b="b"/>
                <a:pathLst>
                  <a:path w="28" h="50" extrusionOk="0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3" name="Google Shape;853;p31"/>
              <p:cNvSpPr/>
              <p:nvPr/>
            </p:nvSpPr>
            <p:spPr>
              <a:xfrm flipH="1">
                <a:off x="1437613" y="1681095"/>
                <a:ext cx="61274" cy="64678"/>
              </a:xfrm>
              <a:custGeom>
                <a:avLst/>
                <a:gdLst/>
                <a:ahLst/>
                <a:cxnLst/>
                <a:rect l="l" t="t" r="r" b="b"/>
                <a:pathLst>
                  <a:path w="69" h="73" extrusionOk="0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" name="Google Shape;854;p31"/>
              <p:cNvSpPr/>
              <p:nvPr/>
            </p:nvSpPr>
            <p:spPr>
              <a:xfrm flipH="1">
                <a:off x="1536332" y="1684499"/>
                <a:ext cx="49019" cy="48338"/>
              </a:xfrm>
              <a:custGeom>
                <a:avLst/>
                <a:gdLst/>
                <a:ahLst/>
                <a:cxnLst/>
                <a:rect l="l" t="t" r="r" b="b"/>
                <a:pathLst>
                  <a:path w="55" h="54" extrusionOk="0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5" name="Google Shape;855;p31"/>
              <p:cNvSpPr/>
              <p:nvPr/>
            </p:nvSpPr>
            <p:spPr>
              <a:xfrm flipH="1">
                <a:off x="1464165" y="1808408"/>
                <a:ext cx="87145" cy="25871"/>
              </a:xfrm>
              <a:custGeom>
                <a:avLst/>
                <a:gdLst/>
                <a:ahLst/>
                <a:cxnLst/>
                <a:rect l="l" t="t" r="r" b="b"/>
                <a:pathLst>
                  <a:path w="98" h="29" extrusionOk="0">
                    <a:moveTo>
                      <a:pt x="31" y="25"/>
                    </a:moveTo>
                    <a:cubicBezTo>
                      <a:pt x="35" y="26"/>
                      <a:pt x="39" y="27"/>
                      <a:pt x="43" y="27"/>
                    </a:cubicBezTo>
                    <a:cubicBezTo>
                      <a:pt x="61" y="29"/>
                      <a:pt x="79" y="22"/>
                      <a:pt x="97" y="6"/>
                    </a:cubicBezTo>
                    <a:cubicBezTo>
                      <a:pt x="98" y="6"/>
                      <a:pt x="98" y="4"/>
                      <a:pt x="98" y="4"/>
                    </a:cubicBezTo>
                    <a:cubicBezTo>
                      <a:pt x="97" y="3"/>
                      <a:pt x="96" y="3"/>
                      <a:pt x="95" y="3"/>
                    </a:cubicBezTo>
                    <a:cubicBezTo>
                      <a:pt x="78" y="18"/>
                      <a:pt x="61" y="25"/>
                      <a:pt x="44" y="23"/>
                    </a:cubicBezTo>
                    <a:cubicBezTo>
                      <a:pt x="19" y="21"/>
                      <a:pt x="4" y="2"/>
                      <a:pt x="4" y="1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2"/>
                      <a:pt x="0" y="3"/>
                      <a:pt x="1" y="4"/>
                    </a:cubicBezTo>
                    <a:cubicBezTo>
                      <a:pt x="1" y="4"/>
                      <a:pt x="12" y="19"/>
                      <a:pt x="31" y="25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6" name="Google Shape;856;p31"/>
              <p:cNvSpPr/>
              <p:nvPr/>
            </p:nvSpPr>
            <p:spPr>
              <a:xfrm flipH="1">
                <a:off x="1302130" y="1721264"/>
                <a:ext cx="66040" cy="129356"/>
              </a:xfrm>
              <a:custGeom>
                <a:avLst/>
                <a:gdLst/>
                <a:ahLst/>
                <a:cxnLst/>
                <a:rect l="l" t="t" r="r" b="b"/>
                <a:pathLst>
                  <a:path w="74" h="145" extrusionOk="0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" name="Google Shape;857;p31"/>
              <p:cNvSpPr/>
              <p:nvPr/>
            </p:nvSpPr>
            <p:spPr>
              <a:xfrm flipH="1">
                <a:off x="1328001" y="1751220"/>
                <a:ext cx="33360" cy="27233"/>
              </a:xfrm>
              <a:custGeom>
                <a:avLst/>
                <a:gdLst/>
                <a:ahLst/>
                <a:cxnLst/>
                <a:rect l="l" t="t" r="r" b="b"/>
                <a:pathLst>
                  <a:path w="38" h="30" extrusionOk="0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" name="Google Shape;858;p31"/>
              <p:cNvSpPr/>
              <p:nvPr/>
            </p:nvSpPr>
            <p:spPr>
              <a:xfrm flipH="1">
                <a:off x="1306215" y="1546974"/>
                <a:ext cx="307050" cy="19471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18" extrusionOk="0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" name="Google Shape;859;p31"/>
              <p:cNvSpPr/>
              <p:nvPr/>
            </p:nvSpPr>
            <p:spPr>
              <a:xfrm flipH="1">
                <a:off x="1161881" y="2299279"/>
                <a:ext cx="39488" cy="211054"/>
              </a:xfrm>
              <a:custGeom>
                <a:avLst/>
                <a:gdLst/>
                <a:ahLst/>
                <a:cxnLst/>
                <a:rect l="l" t="t" r="r" b="b"/>
                <a:pathLst>
                  <a:path w="44" h="237" extrusionOk="0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31"/>
              <p:cNvSpPr/>
              <p:nvPr/>
            </p:nvSpPr>
            <p:spPr>
              <a:xfrm flipH="1">
                <a:off x="1202050" y="2133840"/>
                <a:ext cx="322709" cy="447298"/>
              </a:xfrm>
              <a:custGeom>
                <a:avLst/>
                <a:gdLst/>
                <a:ahLst/>
                <a:cxnLst/>
                <a:rect l="l" t="t" r="r" b="b"/>
                <a:pathLst>
                  <a:path w="362" h="501" extrusionOk="0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31"/>
              <p:cNvSpPr/>
              <p:nvPr/>
            </p:nvSpPr>
            <p:spPr>
              <a:xfrm flipH="1">
                <a:off x="1328038" y="2250941"/>
                <a:ext cx="70769" cy="7219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2" name="Google Shape;862;p31"/>
              <p:cNvSpPr/>
              <p:nvPr/>
            </p:nvSpPr>
            <p:spPr>
              <a:xfrm flipH="1">
                <a:off x="1153711" y="2244133"/>
                <a:ext cx="171567" cy="204926"/>
              </a:xfrm>
              <a:custGeom>
                <a:avLst/>
                <a:gdLst/>
                <a:ahLst/>
                <a:cxnLst/>
                <a:rect l="l" t="t" r="r" b="b"/>
                <a:pathLst>
                  <a:path w="192" h="230" extrusionOk="0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31"/>
              <p:cNvSpPr/>
              <p:nvPr/>
            </p:nvSpPr>
            <p:spPr>
              <a:xfrm flipH="1">
                <a:off x="1464846" y="1736923"/>
                <a:ext cx="27233" cy="47657"/>
              </a:xfrm>
              <a:custGeom>
                <a:avLst/>
                <a:gdLst/>
                <a:ahLst/>
                <a:cxnLst/>
                <a:rect l="l" t="t" r="r" b="b"/>
                <a:pathLst>
                  <a:path w="30" h="53" extrusionOk="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4" name="Google Shape;864;p31"/>
            <p:cNvGrpSpPr/>
            <p:nvPr/>
          </p:nvGrpSpPr>
          <p:grpSpPr>
            <a:xfrm>
              <a:off x="1880948" y="2504669"/>
              <a:ext cx="959226" cy="675313"/>
              <a:chOff x="4768936" y="2201894"/>
              <a:chExt cx="959226" cy="675313"/>
            </a:xfrm>
          </p:grpSpPr>
          <p:sp>
            <p:nvSpPr>
              <p:cNvPr id="865" name="Google Shape;865;p31"/>
              <p:cNvSpPr/>
              <p:nvPr/>
            </p:nvSpPr>
            <p:spPr>
              <a:xfrm>
                <a:off x="4768936" y="2201894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31"/>
              <p:cNvSpPr/>
              <p:nvPr/>
            </p:nvSpPr>
            <p:spPr>
              <a:xfrm>
                <a:off x="4874390" y="2238397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31"/>
              <p:cNvSpPr/>
              <p:nvPr/>
            </p:nvSpPr>
            <p:spPr>
              <a:xfrm>
                <a:off x="5109633" y="2384410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31"/>
              <p:cNvSpPr/>
              <p:nvPr/>
            </p:nvSpPr>
            <p:spPr>
              <a:xfrm>
                <a:off x="5229284" y="2467556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" name="Google Shape;869;p31"/>
              <p:cNvSpPr/>
              <p:nvPr/>
            </p:nvSpPr>
            <p:spPr>
              <a:xfrm>
                <a:off x="5355017" y="231546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31"/>
              <p:cNvSpPr/>
              <p:nvPr/>
            </p:nvSpPr>
            <p:spPr>
              <a:xfrm>
                <a:off x="5478722" y="2386438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31"/>
              <p:cNvSpPr/>
              <p:nvPr/>
            </p:nvSpPr>
            <p:spPr>
              <a:xfrm>
                <a:off x="5604456" y="2222173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2" name="Google Shape;872;p31"/>
              <p:cNvSpPr/>
              <p:nvPr/>
            </p:nvSpPr>
            <p:spPr>
              <a:xfrm>
                <a:off x="4856139" y="254867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31"/>
              <p:cNvSpPr/>
              <p:nvPr/>
            </p:nvSpPr>
            <p:spPr>
              <a:xfrm>
                <a:off x="4848027" y="2635878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31"/>
              <p:cNvSpPr/>
              <p:nvPr/>
            </p:nvSpPr>
            <p:spPr>
              <a:xfrm>
                <a:off x="4971732" y="2564899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31"/>
              <p:cNvSpPr/>
              <p:nvPr/>
            </p:nvSpPr>
            <p:spPr>
              <a:xfrm>
                <a:off x="5093410" y="2491892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31"/>
              <p:cNvSpPr/>
              <p:nvPr/>
            </p:nvSpPr>
            <p:spPr>
              <a:xfrm>
                <a:off x="5219143" y="2548675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31"/>
              <p:cNvSpPr/>
              <p:nvPr/>
            </p:nvSpPr>
            <p:spPr>
              <a:xfrm>
                <a:off x="5342849" y="2418885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31"/>
              <p:cNvSpPr/>
              <p:nvPr/>
            </p:nvSpPr>
            <p:spPr>
              <a:xfrm>
                <a:off x="5464527" y="2479724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31"/>
              <p:cNvSpPr/>
              <p:nvPr/>
            </p:nvSpPr>
            <p:spPr>
              <a:xfrm>
                <a:off x="5588232" y="2329655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>
          <a:extLst>
            <a:ext uri="{FF2B5EF4-FFF2-40B4-BE49-F238E27FC236}">
              <a16:creationId xmlns:a16="http://schemas.microsoft.com/office/drawing/2014/main" id="{2BD6E259-FA31-398D-D3F9-C62758E05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2">
            <a:extLst>
              <a:ext uri="{FF2B5EF4-FFF2-40B4-BE49-F238E27FC236}">
                <a16:creationId xmlns:a16="http://schemas.microsoft.com/office/drawing/2014/main" id="{4A99ED2B-B277-20D8-FE8E-C73C243622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82559"/>
            <a:ext cx="7061200" cy="7403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b="1" dirty="0">
                <a:latin typeface="Poppins" panose="00000500000000000000" pitchFamily="2" charset="0"/>
                <a:cs typeface="Poppins" panose="00000500000000000000" pitchFamily="2" charset="0"/>
              </a:rPr>
              <a:t>Objective: 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To prepare and standardize Excel dataset for accurate, consistent, and Power BI–ready analysis.</a:t>
            </a:r>
          </a:p>
        </p:txBody>
      </p:sp>
      <p:sp>
        <p:nvSpPr>
          <p:cNvPr id="885" name="Google Shape;885;p32">
            <a:extLst>
              <a:ext uri="{FF2B5EF4-FFF2-40B4-BE49-F238E27FC236}">
                <a16:creationId xmlns:a16="http://schemas.microsoft.com/office/drawing/2014/main" id="{B9B6D567-00EB-7A91-6235-75FA1E4D8DF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6066" y="1002110"/>
            <a:ext cx="8711867" cy="31392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lnSpc>
                <a:spcPct val="150000"/>
              </a:lnSpc>
              <a:buNone/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Key Steps Performed: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Standardized column headers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across all sheets for consistency (e.g.,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New_Users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Event_Count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Avg_Engagement_Time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_(sec)).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Converted text fields to numeric format 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and formatted percentages &amp; decimals for analytical accuracy.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Transformed engagement time into seconds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using a uniform conversion formula for consistent analysis.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Removed currency symbols ($)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and labeled columns with (USD) for clarity without losing numeric type.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Cleaned and formatted text fields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– trimmed spaces, corrected capitalization, and unified naming styles.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Handled invalid rows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while </a:t>
            </a: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retaining “(not set)” and “Unknown”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to highlight data tracking gaps in analysis.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Removed duplicate records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and recreated serial numbers to maintain table integrity.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Validated all data types and totals across 10 sheets 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to ensure readiness for Power BI import.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66FE84-A623-1A84-480F-1AD9E724BCFD}"/>
              </a:ext>
            </a:extLst>
          </p:cNvPr>
          <p:cNvSpPr txBox="1"/>
          <p:nvPr/>
        </p:nvSpPr>
        <p:spPr>
          <a:xfrm>
            <a:off x="4873734" y="4560831"/>
            <a:ext cx="43749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1" dirty="0">
                <a:solidFill>
                  <a:schemeClr val="bg2">
                    <a:lumMod val="75000"/>
                  </a:schemeClr>
                </a:solidFill>
              </a:rPr>
              <a:t>Result:</a:t>
            </a:r>
            <a:r>
              <a:rPr lang="en-US" sz="1000" i="1" dirty="0">
                <a:solidFill>
                  <a:schemeClr val="bg2">
                    <a:lumMod val="75000"/>
                  </a:schemeClr>
                </a:solidFill>
              </a:rPr>
              <a:t> A clean, structured, and analysis-ready dataset ensuring accurate insights and seamless Power BI integration.</a:t>
            </a:r>
            <a:endParaRPr lang="en-IN" sz="1000" i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759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>
          <a:extLst>
            <a:ext uri="{FF2B5EF4-FFF2-40B4-BE49-F238E27FC236}">
              <a16:creationId xmlns:a16="http://schemas.microsoft.com/office/drawing/2014/main" id="{991C8A6F-2F93-F9D5-032E-36803E852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1">
            <a:extLst>
              <a:ext uri="{FF2B5EF4-FFF2-40B4-BE49-F238E27FC236}">
                <a16:creationId xmlns:a16="http://schemas.microsoft.com/office/drawing/2014/main" id="{D010B5E6-0890-7EAA-FD26-7CC758D286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2851" y="2267668"/>
            <a:ext cx="5431221" cy="19429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300" b="1" dirty="0">
                <a:latin typeface="Poppins" panose="00000500000000000000" pitchFamily="2" charset="0"/>
                <a:cs typeface="Poppins" panose="00000500000000000000" pitchFamily="2" charset="0"/>
              </a:rPr>
              <a:t>Data Visualization and Analysis in Power BI</a:t>
            </a:r>
            <a:endParaRPr sz="43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84" name="Google Shape;784;p31">
            <a:extLst>
              <a:ext uri="{FF2B5EF4-FFF2-40B4-BE49-F238E27FC236}">
                <a16:creationId xmlns:a16="http://schemas.microsoft.com/office/drawing/2014/main" id="{2435CCAC-D7C8-6673-F78C-BB903286AA4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812851" y="1920432"/>
            <a:ext cx="996900" cy="7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785" name="Google Shape;785;p31">
            <a:extLst>
              <a:ext uri="{FF2B5EF4-FFF2-40B4-BE49-F238E27FC236}">
                <a16:creationId xmlns:a16="http://schemas.microsoft.com/office/drawing/2014/main" id="{908EE36D-1CE8-EB70-638D-18B704C89AC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13760" y="4054906"/>
            <a:ext cx="4678680" cy="8078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900" i="1" dirty="0">
                <a:latin typeface="Poppins" panose="00000500000000000000" pitchFamily="2" charset="0"/>
                <a:cs typeface="Poppins" panose="00000500000000000000" pitchFamily="2" charset="0"/>
              </a:rPr>
              <a:t>          Transforming cleaned data into interactive dashboards for actionable marketing insights.</a:t>
            </a:r>
          </a:p>
        </p:txBody>
      </p:sp>
      <p:grpSp>
        <p:nvGrpSpPr>
          <p:cNvPr id="2" name="Google Shape;920;p35">
            <a:extLst>
              <a:ext uri="{FF2B5EF4-FFF2-40B4-BE49-F238E27FC236}">
                <a16:creationId xmlns:a16="http://schemas.microsoft.com/office/drawing/2014/main" id="{6E205297-21CE-98B5-14B0-0183EF8968FD}"/>
              </a:ext>
            </a:extLst>
          </p:cNvPr>
          <p:cNvGrpSpPr/>
          <p:nvPr/>
        </p:nvGrpSpPr>
        <p:grpSpPr>
          <a:xfrm flipH="1">
            <a:off x="511285" y="559109"/>
            <a:ext cx="3377591" cy="3541656"/>
            <a:chOff x="4817053" y="290718"/>
            <a:chExt cx="3897567" cy="4009205"/>
          </a:xfrm>
        </p:grpSpPr>
        <p:sp>
          <p:nvSpPr>
            <p:cNvPr id="3" name="Google Shape;921;p35">
              <a:extLst>
                <a:ext uri="{FF2B5EF4-FFF2-40B4-BE49-F238E27FC236}">
                  <a16:creationId xmlns:a16="http://schemas.microsoft.com/office/drawing/2014/main" id="{366D9F33-D77B-1A24-756F-09E4C73C8867}"/>
                </a:ext>
              </a:extLst>
            </p:cNvPr>
            <p:cNvSpPr/>
            <p:nvPr/>
          </p:nvSpPr>
          <p:spPr>
            <a:xfrm>
              <a:off x="4817053" y="116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" name="Google Shape;922;p35">
              <a:extLst>
                <a:ext uri="{FF2B5EF4-FFF2-40B4-BE49-F238E27FC236}">
                  <a16:creationId xmlns:a16="http://schemas.microsoft.com/office/drawing/2014/main" id="{6DA55419-9838-2158-E209-06282DC045B4}"/>
                </a:ext>
              </a:extLst>
            </p:cNvPr>
            <p:cNvGrpSpPr/>
            <p:nvPr/>
          </p:nvGrpSpPr>
          <p:grpSpPr>
            <a:xfrm>
              <a:off x="5332847" y="967113"/>
              <a:ext cx="2659418" cy="1718626"/>
              <a:chOff x="4838012" y="1361547"/>
              <a:chExt cx="951900" cy="615157"/>
            </a:xfrm>
          </p:grpSpPr>
          <p:sp>
            <p:nvSpPr>
              <p:cNvPr id="923" name="Google Shape;923;p35">
                <a:extLst>
                  <a:ext uri="{FF2B5EF4-FFF2-40B4-BE49-F238E27FC236}">
                    <a16:creationId xmlns:a16="http://schemas.microsoft.com/office/drawing/2014/main" id="{5CEE6ECE-1C95-0632-18E1-3CE522288805}"/>
                  </a:ext>
                </a:extLst>
              </p:cNvPr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p35">
                <a:extLst>
                  <a:ext uri="{FF2B5EF4-FFF2-40B4-BE49-F238E27FC236}">
                    <a16:creationId xmlns:a16="http://schemas.microsoft.com/office/drawing/2014/main" id="{3F659842-D7C3-C1CC-73A5-563469ACC92F}"/>
                  </a:ext>
                </a:extLst>
              </p:cNvPr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67" extrusionOk="0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" name="Google Shape;925;p35">
                <a:extLst>
                  <a:ext uri="{FF2B5EF4-FFF2-40B4-BE49-F238E27FC236}">
                    <a16:creationId xmlns:a16="http://schemas.microsoft.com/office/drawing/2014/main" id="{26E5EBAC-CE7D-2837-6EA3-6C8883A36184}"/>
                  </a:ext>
                </a:extLst>
              </p:cNvPr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" name="Google Shape;926;p35">
                <a:extLst>
                  <a:ext uri="{FF2B5EF4-FFF2-40B4-BE49-F238E27FC236}">
                    <a16:creationId xmlns:a16="http://schemas.microsoft.com/office/drawing/2014/main" id="{F7627E55-BFD5-06D3-9622-E03211AB0051}"/>
                  </a:ext>
                </a:extLst>
              </p:cNvPr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7;p35">
                <a:extLst>
                  <a:ext uri="{FF2B5EF4-FFF2-40B4-BE49-F238E27FC236}">
                    <a16:creationId xmlns:a16="http://schemas.microsoft.com/office/drawing/2014/main" id="{20C642ED-1F91-C5BE-CA33-87D582E26CA3}"/>
                  </a:ext>
                </a:extLst>
              </p:cNvPr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35">
                <a:extLst>
                  <a:ext uri="{FF2B5EF4-FFF2-40B4-BE49-F238E27FC236}">
                    <a16:creationId xmlns:a16="http://schemas.microsoft.com/office/drawing/2014/main" id="{B7B50A16-81B3-E876-3E08-28EA8E293947}"/>
                  </a:ext>
                </a:extLst>
              </p:cNvPr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29;p35">
                <a:extLst>
                  <a:ext uri="{FF2B5EF4-FFF2-40B4-BE49-F238E27FC236}">
                    <a16:creationId xmlns:a16="http://schemas.microsoft.com/office/drawing/2014/main" id="{0E395D9A-9447-2EF6-CAFF-23431D7FE3F9}"/>
                  </a:ext>
                </a:extLst>
              </p:cNvPr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43" extrusionOk="0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35">
                <a:extLst>
                  <a:ext uri="{FF2B5EF4-FFF2-40B4-BE49-F238E27FC236}">
                    <a16:creationId xmlns:a16="http://schemas.microsoft.com/office/drawing/2014/main" id="{077770C2-A2CD-63F6-17CB-FEED713C530D}"/>
                  </a:ext>
                </a:extLst>
              </p:cNvPr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38" extrusionOk="0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35">
                <a:extLst>
                  <a:ext uri="{FF2B5EF4-FFF2-40B4-BE49-F238E27FC236}">
                    <a16:creationId xmlns:a16="http://schemas.microsoft.com/office/drawing/2014/main" id="{5E8ECFB6-092F-D22C-5C91-648A93E817DF}"/>
                  </a:ext>
                </a:extLst>
              </p:cNvPr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163" extrusionOk="0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35">
                <a:extLst>
                  <a:ext uri="{FF2B5EF4-FFF2-40B4-BE49-F238E27FC236}">
                    <a16:creationId xmlns:a16="http://schemas.microsoft.com/office/drawing/2014/main" id="{8C5D632C-1EE3-CA65-2A39-F88DE86D337A}"/>
                  </a:ext>
                </a:extLst>
              </p:cNvPr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35">
                <a:extLst>
                  <a:ext uri="{FF2B5EF4-FFF2-40B4-BE49-F238E27FC236}">
                    <a16:creationId xmlns:a16="http://schemas.microsoft.com/office/drawing/2014/main" id="{16137090-90FF-1E71-4318-37ED9ACF5C17}"/>
                  </a:ext>
                </a:extLst>
              </p:cNvPr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4" name="Google Shape;934;p35">
                <a:extLst>
                  <a:ext uri="{FF2B5EF4-FFF2-40B4-BE49-F238E27FC236}">
                    <a16:creationId xmlns:a16="http://schemas.microsoft.com/office/drawing/2014/main" id="{4F2C1C4D-1622-CC04-215D-52916870A394}"/>
                  </a:ext>
                </a:extLst>
              </p:cNvPr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35">
                <a:extLst>
                  <a:ext uri="{FF2B5EF4-FFF2-40B4-BE49-F238E27FC236}">
                    <a16:creationId xmlns:a16="http://schemas.microsoft.com/office/drawing/2014/main" id="{0EA7D2CC-87C6-A186-4C55-DFE13CA7C78E}"/>
                  </a:ext>
                </a:extLst>
              </p:cNvPr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35">
                <a:extLst>
                  <a:ext uri="{FF2B5EF4-FFF2-40B4-BE49-F238E27FC236}">
                    <a16:creationId xmlns:a16="http://schemas.microsoft.com/office/drawing/2014/main" id="{8F9F521F-14B7-E73E-FB57-34B365A53385}"/>
                  </a:ext>
                </a:extLst>
              </p:cNvPr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35">
                <a:extLst>
                  <a:ext uri="{FF2B5EF4-FFF2-40B4-BE49-F238E27FC236}">
                    <a16:creationId xmlns:a16="http://schemas.microsoft.com/office/drawing/2014/main" id="{C058D9CA-5C63-858C-1C12-023AD89899FF}"/>
                  </a:ext>
                </a:extLst>
              </p:cNvPr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35">
                <a:extLst>
                  <a:ext uri="{FF2B5EF4-FFF2-40B4-BE49-F238E27FC236}">
                    <a16:creationId xmlns:a16="http://schemas.microsoft.com/office/drawing/2014/main" id="{C19CBC51-8F03-F55D-E0A3-51F34D69B29F}"/>
                  </a:ext>
                </a:extLst>
              </p:cNvPr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35">
                <a:extLst>
                  <a:ext uri="{FF2B5EF4-FFF2-40B4-BE49-F238E27FC236}">
                    <a16:creationId xmlns:a16="http://schemas.microsoft.com/office/drawing/2014/main" id="{370BDC10-FF79-5368-E9F1-856E40DB95F2}"/>
                  </a:ext>
                </a:extLst>
              </p:cNvPr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35">
                <a:extLst>
                  <a:ext uri="{FF2B5EF4-FFF2-40B4-BE49-F238E27FC236}">
                    <a16:creationId xmlns:a16="http://schemas.microsoft.com/office/drawing/2014/main" id="{59598F14-0BEF-A6F3-E565-06C46BA1766F}"/>
                  </a:ext>
                </a:extLst>
              </p:cNvPr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35">
                <a:extLst>
                  <a:ext uri="{FF2B5EF4-FFF2-40B4-BE49-F238E27FC236}">
                    <a16:creationId xmlns:a16="http://schemas.microsoft.com/office/drawing/2014/main" id="{05D721A5-969F-07C9-01AC-6BDA0B0DA70B}"/>
                  </a:ext>
                </a:extLst>
              </p:cNvPr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" name="Google Shape;942;p35">
              <a:extLst>
                <a:ext uri="{FF2B5EF4-FFF2-40B4-BE49-F238E27FC236}">
                  <a16:creationId xmlns:a16="http://schemas.microsoft.com/office/drawing/2014/main" id="{09673AFA-A2BA-5DA1-E991-56226AE4AA67}"/>
                </a:ext>
              </a:extLst>
            </p:cNvPr>
            <p:cNvGrpSpPr/>
            <p:nvPr/>
          </p:nvGrpSpPr>
          <p:grpSpPr>
            <a:xfrm flipH="1">
              <a:off x="7510651" y="1762507"/>
              <a:ext cx="1203970" cy="2537416"/>
              <a:chOff x="3168951" y="1861557"/>
              <a:chExt cx="1203970" cy="2537416"/>
            </a:xfrm>
          </p:grpSpPr>
          <p:grpSp>
            <p:nvGrpSpPr>
              <p:cNvPr id="770" name="Google Shape;943;p35">
                <a:extLst>
                  <a:ext uri="{FF2B5EF4-FFF2-40B4-BE49-F238E27FC236}">
                    <a16:creationId xmlns:a16="http://schemas.microsoft.com/office/drawing/2014/main" id="{D2D9E116-13B9-0BA1-A9FF-0BB61AC0F1EB}"/>
                  </a:ext>
                </a:extLst>
              </p:cNvPr>
              <p:cNvGrpSpPr/>
              <p:nvPr/>
            </p:nvGrpSpPr>
            <p:grpSpPr>
              <a:xfrm>
                <a:off x="3168951" y="1861557"/>
                <a:ext cx="1203970" cy="2537416"/>
                <a:chOff x="3196688" y="1859757"/>
                <a:chExt cx="1203970" cy="2537416"/>
              </a:xfrm>
            </p:grpSpPr>
            <p:sp>
              <p:nvSpPr>
                <p:cNvPr id="772" name="Google Shape;944;p35">
                  <a:extLst>
                    <a:ext uri="{FF2B5EF4-FFF2-40B4-BE49-F238E27FC236}">
                      <a16:creationId xmlns:a16="http://schemas.microsoft.com/office/drawing/2014/main" id="{018B36A0-0C21-472F-0994-E5BBAF42BCE8}"/>
                    </a:ext>
                  </a:extLst>
                </p:cNvPr>
                <p:cNvSpPr/>
                <p:nvPr/>
              </p:nvSpPr>
              <p:spPr>
                <a:xfrm>
                  <a:off x="4019743" y="2373432"/>
                  <a:ext cx="380915" cy="3481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915" h="348197" extrusionOk="0">
                      <a:moveTo>
                        <a:pt x="71723" y="348198"/>
                      </a:moveTo>
                      <a:cubicBezTo>
                        <a:pt x="124492" y="302383"/>
                        <a:pt x="235267" y="221515"/>
                        <a:pt x="235267" y="221515"/>
                      </a:cubicBezTo>
                      <a:cubicBezTo>
                        <a:pt x="235267" y="221515"/>
                        <a:pt x="385477" y="81307"/>
                        <a:pt x="380809" y="71687"/>
                      </a:cubicBezTo>
                      <a:cubicBezTo>
                        <a:pt x="376142" y="62067"/>
                        <a:pt x="318135" y="96452"/>
                        <a:pt x="318135" y="96452"/>
                      </a:cubicBezTo>
                      <a:cubicBezTo>
                        <a:pt x="321755" y="86451"/>
                        <a:pt x="373475" y="45779"/>
                        <a:pt x="370427" y="39969"/>
                      </a:cubicBezTo>
                      <a:cubicBezTo>
                        <a:pt x="367379" y="34254"/>
                        <a:pt x="301276" y="82545"/>
                        <a:pt x="297656" y="79974"/>
                      </a:cubicBezTo>
                      <a:cubicBezTo>
                        <a:pt x="294132" y="77402"/>
                        <a:pt x="363188" y="27586"/>
                        <a:pt x="357759" y="20157"/>
                      </a:cubicBezTo>
                      <a:cubicBezTo>
                        <a:pt x="352330" y="12727"/>
                        <a:pt x="283369" y="62543"/>
                        <a:pt x="278987" y="61114"/>
                      </a:cubicBezTo>
                      <a:cubicBezTo>
                        <a:pt x="274606" y="59781"/>
                        <a:pt x="342995" y="5869"/>
                        <a:pt x="332708" y="250"/>
                      </a:cubicBezTo>
                      <a:cubicBezTo>
                        <a:pt x="322421" y="-5370"/>
                        <a:pt x="229838" y="85784"/>
                        <a:pt x="220408" y="85213"/>
                      </a:cubicBezTo>
                      <a:cubicBezTo>
                        <a:pt x="210979" y="84641"/>
                        <a:pt x="237172" y="34540"/>
                        <a:pt x="232886" y="14347"/>
                      </a:cubicBezTo>
                      <a:cubicBezTo>
                        <a:pt x="228600" y="-5846"/>
                        <a:pt x="168783" y="107120"/>
                        <a:pt x="168783" y="107120"/>
                      </a:cubicBezTo>
                      <a:cubicBezTo>
                        <a:pt x="151638" y="126456"/>
                        <a:pt x="0" y="234184"/>
                        <a:pt x="0" y="234184"/>
                      </a:cubicBezTo>
                      <a:lnTo>
                        <a:pt x="71723" y="348198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3" name="Google Shape;945;p35">
                  <a:extLst>
                    <a:ext uri="{FF2B5EF4-FFF2-40B4-BE49-F238E27FC236}">
                      <a16:creationId xmlns:a16="http://schemas.microsoft.com/office/drawing/2014/main" id="{73E8C278-5C05-F465-8D04-95AAEEC9418D}"/>
                    </a:ext>
                  </a:extLst>
                </p:cNvPr>
                <p:cNvSpPr/>
                <p:nvPr/>
              </p:nvSpPr>
              <p:spPr>
                <a:xfrm>
                  <a:off x="4229198" y="2451120"/>
                  <a:ext cx="20478" cy="55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78" h="55911" extrusionOk="0">
                      <a:moveTo>
                        <a:pt x="20479" y="2572"/>
                      </a:moveTo>
                      <a:lnTo>
                        <a:pt x="0" y="55912"/>
                      </a:lnTo>
                      <a:cubicBezTo>
                        <a:pt x="0" y="55912"/>
                        <a:pt x="5905" y="3620"/>
                        <a:pt x="2191" y="0"/>
                      </a:cubicBezTo>
                      <a:lnTo>
                        <a:pt x="20479" y="2572"/>
                      </a:ln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4" name="Google Shape;946;p35">
                  <a:extLst>
                    <a:ext uri="{FF2B5EF4-FFF2-40B4-BE49-F238E27FC236}">
                      <a16:creationId xmlns:a16="http://schemas.microsoft.com/office/drawing/2014/main" id="{89FE598D-7281-4C8E-41EF-5FB058CFB686}"/>
                    </a:ext>
                  </a:extLst>
                </p:cNvPr>
                <p:cNvSpPr/>
                <p:nvPr/>
              </p:nvSpPr>
              <p:spPr>
                <a:xfrm>
                  <a:off x="3602037" y="2283261"/>
                  <a:ext cx="655354" cy="5714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5354" h="571433" extrusionOk="0">
                      <a:moveTo>
                        <a:pt x="383321" y="277492"/>
                      </a:moveTo>
                      <a:cubicBezTo>
                        <a:pt x="383321" y="277492"/>
                        <a:pt x="142434" y="-113414"/>
                        <a:pt x="10417" y="32700"/>
                      </a:cubicBezTo>
                      <a:cubicBezTo>
                        <a:pt x="-63402" y="114329"/>
                        <a:pt x="276927" y="536763"/>
                        <a:pt x="345412" y="571434"/>
                      </a:cubicBezTo>
                      <a:lnTo>
                        <a:pt x="655355" y="349501"/>
                      </a:lnTo>
                      <a:lnTo>
                        <a:pt x="558390" y="183576"/>
                      </a:lnTo>
                      <a:lnTo>
                        <a:pt x="383321" y="27749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5" name="Google Shape;947;p35">
                  <a:extLst>
                    <a:ext uri="{FF2B5EF4-FFF2-40B4-BE49-F238E27FC236}">
                      <a16:creationId xmlns:a16="http://schemas.microsoft.com/office/drawing/2014/main" id="{21092A13-C21F-323C-9D7A-9751702044D5}"/>
                    </a:ext>
                  </a:extLst>
                </p:cNvPr>
                <p:cNvSpPr/>
                <p:nvPr/>
              </p:nvSpPr>
              <p:spPr>
                <a:xfrm>
                  <a:off x="3602034" y="2289855"/>
                  <a:ext cx="581157" cy="564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157" h="564744" extrusionOk="0">
                      <a:moveTo>
                        <a:pt x="10420" y="26105"/>
                      </a:moveTo>
                      <a:cubicBezTo>
                        <a:pt x="46710" y="-14090"/>
                        <a:pt x="88620" y="-1231"/>
                        <a:pt x="134149" y="20486"/>
                      </a:cubicBezTo>
                      <a:cubicBezTo>
                        <a:pt x="173773" y="70111"/>
                        <a:pt x="219779" y="104115"/>
                        <a:pt x="256164" y="156503"/>
                      </a:cubicBezTo>
                      <a:cubicBezTo>
                        <a:pt x="294169" y="211271"/>
                        <a:pt x="328555" y="268421"/>
                        <a:pt x="365321" y="323952"/>
                      </a:cubicBezTo>
                      <a:cubicBezTo>
                        <a:pt x="374751" y="338144"/>
                        <a:pt x="384562" y="351956"/>
                        <a:pt x="394753" y="365576"/>
                      </a:cubicBezTo>
                      <a:cubicBezTo>
                        <a:pt x="401897" y="375006"/>
                        <a:pt x="407136" y="385674"/>
                        <a:pt x="418852" y="390151"/>
                      </a:cubicBezTo>
                      <a:cubicBezTo>
                        <a:pt x="438187" y="397485"/>
                        <a:pt x="448188" y="388913"/>
                        <a:pt x="465334" y="380245"/>
                      </a:cubicBezTo>
                      <a:cubicBezTo>
                        <a:pt x="488098" y="368815"/>
                        <a:pt x="521341" y="352718"/>
                        <a:pt x="542581" y="338811"/>
                      </a:cubicBezTo>
                      <a:cubicBezTo>
                        <a:pt x="556774" y="329477"/>
                        <a:pt x="562012" y="322714"/>
                        <a:pt x="562012" y="322714"/>
                      </a:cubicBezTo>
                      <a:cubicBezTo>
                        <a:pt x="562012" y="322714"/>
                        <a:pt x="575633" y="348050"/>
                        <a:pt x="581158" y="360147"/>
                      </a:cubicBezTo>
                      <a:lnTo>
                        <a:pt x="345509" y="564744"/>
                      </a:lnTo>
                      <a:cubicBezTo>
                        <a:pt x="276834" y="530073"/>
                        <a:pt x="-63399" y="107735"/>
                        <a:pt x="10420" y="2610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6" name="Google Shape;948;p35">
                  <a:extLst>
                    <a:ext uri="{FF2B5EF4-FFF2-40B4-BE49-F238E27FC236}">
                      <a16:creationId xmlns:a16="http://schemas.microsoft.com/office/drawing/2014/main" id="{C2DE8772-AA87-E9CD-B847-31AEC223D85B}"/>
                    </a:ext>
                  </a:extLst>
                </p:cNvPr>
                <p:cNvSpPr/>
                <p:nvPr/>
              </p:nvSpPr>
              <p:spPr>
                <a:xfrm>
                  <a:off x="3677224" y="4259632"/>
                  <a:ext cx="126301" cy="110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301" h="110108" extrusionOk="0">
                      <a:moveTo>
                        <a:pt x="114300" y="31813"/>
                      </a:moveTo>
                      <a:lnTo>
                        <a:pt x="98203" y="0"/>
                      </a:lnTo>
                      <a:lnTo>
                        <a:pt x="2191" y="3429"/>
                      </a:lnTo>
                      <a:lnTo>
                        <a:pt x="0" y="31813"/>
                      </a:lnTo>
                      <a:lnTo>
                        <a:pt x="45149" y="110109"/>
                      </a:lnTo>
                      <a:lnTo>
                        <a:pt x="126301" y="47435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7" name="Google Shape;949;p35">
                  <a:extLst>
                    <a:ext uri="{FF2B5EF4-FFF2-40B4-BE49-F238E27FC236}">
                      <a16:creationId xmlns:a16="http://schemas.microsoft.com/office/drawing/2014/main" id="{E3AEE35D-084F-653C-7695-5B4A76277626}"/>
                    </a:ext>
                  </a:extLst>
                </p:cNvPr>
                <p:cNvSpPr/>
                <p:nvPr/>
              </p:nvSpPr>
              <p:spPr>
                <a:xfrm>
                  <a:off x="3662175" y="4290397"/>
                  <a:ext cx="291750" cy="106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750" h="106776" extrusionOk="0">
                      <a:moveTo>
                        <a:pt x="135160" y="1"/>
                      </a:moveTo>
                      <a:cubicBezTo>
                        <a:pt x="135160" y="1"/>
                        <a:pt x="106966" y="-570"/>
                        <a:pt x="74104" y="24385"/>
                      </a:cubicBezTo>
                      <a:cubicBezTo>
                        <a:pt x="54578" y="39244"/>
                        <a:pt x="25051" y="8669"/>
                        <a:pt x="16002" y="763"/>
                      </a:cubicBezTo>
                      <a:cubicBezTo>
                        <a:pt x="14192" y="-856"/>
                        <a:pt x="11621" y="573"/>
                        <a:pt x="11335" y="3430"/>
                      </a:cubicBezTo>
                      <a:lnTo>
                        <a:pt x="0" y="106776"/>
                      </a:lnTo>
                      <a:lnTo>
                        <a:pt x="285750" y="106776"/>
                      </a:lnTo>
                      <a:cubicBezTo>
                        <a:pt x="289084" y="106776"/>
                        <a:pt x="291751" y="103252"/>
                        <a:pt x="291751" y="98966"/>
                      </a:cubicBezTo>
                      <a:lnTo>
                        <a:pt x="291751" y="77249"/>
                      </a:lnTo>
                      <a:cubicBezTo>
                        <a:pt x="291751" y="73915"/>
                        <a:pt x="290131" y="70867"/>
                        <a:pt x="287655" y="69819"/>
                      </a:cubicBezTo>
                      <a:lnTo>
                        <a:pt x="13516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8" name="Google Shape;950;p35">
                  <a:extLst>
                    <a:ext uri="{FF2B5EF4-FFF2-40B4-BE49-F238E27FC236}">
                      <a16:creationId xmlns:a16="http://schemas.microsoft.com/office/drawing/2014/main" id="{3460AF80-CB07-D0C8-C671-48D785118B72}"/>
                    </a:ext>
                  </a:extLst>
                </p:cNvPr>
                <p:cNvSpPr/>
                <p:nvPr/>
              </p:nvSpPr>
              <p:spPr>
                <a:xfrm rot="-1801764">
                  <a:off x="3763940" y="4307141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9" name="Google Shape;951;p35">
                  <a:extLst>
                    <a:ext uri="{FF2B5EF4-FFF2-40B4-BE49-F238E27FC236}">
                      <a16:creationId xmlns:a16="http://schemas.microsoft.com/office/drawing/2014/main" id="{2E7FCCB4-B4D8-F864-3404-91A308421A53}"/>
                    </a:ext>
                  </a:extLst>
                </p:cNvPr>
                <p:cNvSpPr/>
                <p:nvPr/>
              </p:nvSpPr>
              <p:spPr>
                <a:xfrm rot="-1801764">
                  <a:off x="3784050" y="4317400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0" name="Google Shape;952;p35">
                  <a:extLst>
                    <a:ext uri="{FF2B5EF4-FFF2-40B4-BE49-F238E27FC236}">
                      <a16:creationId xmlns:a16="http://schemas.microsoft.com/office/drawing/2014/main" id="{1BC26C9B-CE85-8A71-6C35-32DFC1455F1B}"/>
                    </a:ext>
                  </a:extLst>
                </p:cNvPr>
                <p:cNvSpPr/>
                <p:nvPr/>
              </p:nvSpPr>
              <p:spPr>
                <a:xfrm>
                  <a:off x="3211833" y="4246392"/>
                  <a:ext cx="126301" cy="123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301" h="123348" extrusionOk="0">
                      <a:moveTo>
                        <a:pt x="114205" y="45053"/>
                      </a:moveTo>
                      <a:lnTo>
                        <a:pt x="98108" y="13240"/>
                      </a:lnTo>
                      <a:lnTo>
                        <a:pt x="10001" y="0"/>
                      </a:lnTo>
                      <a:lnTo>
                        <a:pt x="0" y="45053"/>
                      </a:lnTo>
                      <a:lnTo>
                        <a:pt x="45053" y="123349"/>
                      </a:lnTo>
                      <a:lnTo>
                        <a:pt x="126301" y="60674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1" name="Google Shape;953;p35">
                  <a:extLst>
                    <a:ext uri="{FF2B5EF4-FFF2-40B4-BE49-F238E27FC236}">
                      <a16:creationId xmlns:a16="http://schemas.microsoft.com/office/drawing/2014/main" id="{786853E3-7483-91BC-E02A-9292D1A62AD9}"/>
                    </a:ext>
                  </a:extLst>
                </p:cNvPr>
                <p:cNvSpPr/>
                <p:nvPr/>
              </p:nvSpPr>
              <p:spPr>
                <a:xfrm>
                  <a:off x="3196688" y="4290397"/>
                  <a:ext cx="291655" cy="106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655" h="106776" extrusionOk="0">
                      <a:moveTo>
                        <a:pt x="135160" y="1"/>
                      </a:moveTo>
                      <a:cubicBezTo>
                        <a:pt x="135160" y="1"/>
                        <a:pt x="106966" y="-570"/>
                        <a:pt x="74104" y="24385"/>
                      </a:cubicBezTo>
                      <a:cubicBezTo>
                        <a:pt x="54578" y="39244"/>
                        <a:pt x="25051" y="8669"/>
                        <a:pt x="16002" y="763"/>
                      </a:cubicBezTo>
                      <a:cubicBezTo>
                        <a:pt x="14192" y="-856"/>
                        <a:pt x="11621" y="573"/>
                        <a:pt x="11335" y="3430"/>
                      </a:cubicBezTo>
                      <a:lnTo>
                        <a:pt x="0" y="106776"/>
                      </a:lnTo>
                      <a:lnTo>
                        <a:pt x="285655" y="106776"/>
                      </a:lnTo>
                      <a:cubicBezTo>
                        <a:pt x="288988" y="106776"/>
                        <a:pt x="291655" y="103252"/>
                        <a:pt x="291655" y="98966"/>
                      </a:cubicBezTo>
                      <a:lnTo>
                        <a:pt x="291655" y="77249"/>
                      </a:lnTo>
                      <a:cubicBezTo>
                        <a:pt x="291655" y="73915"/>
                        <a:pt x="290036" y="70867"/>
                        <a:pt x="287560" y="69819"/>
                      </a:cubicBezTo>
                      <a:lnTo>
                        <a:pt x="13516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2" name="Google Shape;954;p35">
                  <a:extLst>
                    <a:ext uri="{FF2B5EF4-FFF2-40B4-BE49-F238E27FC236}">
                      <a16:creationId xmlns:a16="http://schemas.microsoft.com/office/drawing/2014/main" id="{AB659485-FF0D-BCF5-1908-4B6E30E0A7C6}"/>
                    </a:ext>
                  </a:extLst>
                </p:cNvPr>
                <p:cNvSpPr/>
                <p:nvPr/>
              </p:nvSpPr>
              <p:spPr>
                <a:xfrm rot="-1801764">
                  <a:off x="3304896" y="4309167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0" name="Google Shape;955;p35">
                  <a:extLst>
                    <a:ext uri="{FF2B5EF4-FFF2-40B4-BE49-F238E27FC236}">
                      <a16:creationId xmlns:a16="http://schemas.microsoft.com/office/drawing/2014/main" id="{7C6CF338-292A-62C5-EFB5-F0EC6B9B97FD}"/>
                    </a:ext>
                  </a:extLst>
                </p:cNvPr>
                <p:cNvSpPr/>
                <p:nvPr/>
              </p:nvSpPr>
              <p:spPr>
                <a:xfrm rot="-1801764">
                  <a:off x="3325007" y="4319417"/>
                  <a:ext cx="53103" cy="4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150" h="4095" extrusionOk="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1" name="Google Shape;956;p35">
                  <a:extLst>
                    <a:ext uri="{FF2B5EF4-FFF2-40B4-BE49-F238E27FC236}">
                      <a16:creationId xmlns:a16="http://schemas.microsoft.com/office/drawing/2014/main" id="{68FCC1DE-17F1-2AE0-A8E5-625963357E98}"/>
                    </a:ext>
                  </a:extLst>
                </p:cNvPr>
                <p:cNvSpPr/>
                <p:nvPr/>
              </p:nvSpPr>
              <p:spPr>
                <a:xfrm>
                  <a:off x="3384902" y="3040527"/>
                  <a:ext cx="429336" cy="12263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336" h="1226343" extrusionOk="0">
                      <a:moveTo>
                        <a:pt x="388811" y="0"/>
                      </a:moveTo>
                      <a:cubicBezTo>
                        <a:pt x="388811" y="0"/>
                        <a:pt x="425577" y="439483"/>
                        <a:pt x="429006" y="560927"/>
                      </a:cubicBezTo>
                      <a:cubicBezTo>
                        <a:pt x="432435" y="682371"/>
                        <a:pt x="408051" y="1223677"/>
                        <a:pt x="408051" y="1223677"/>
                      </a:cubicBezTo>
                      <a:lnTo>
                        <a:pt x="255175" y="1226344"/>
                      </a:lnTo>
                      <a:cubicBezTo>
                        <a:pt x="255175" y="1226344"/>
                        <a:pt x="148400" y="318230"/>
                        <a:pt x="0" y="25337"/>
                      </a:cubicBezTo>
                      <a:lnTo>
                        <a:pt x="38881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2" name="Google Shape;957;p35">
                  <a:extLst>
                    <a:ext uri="{FF2B5EF4-FFF2-40B4-BE49-F238E27FC236}">
                      <a16:creationId xmlns:a16="http://schemas.microsoft.com/office/drawing/2014/main" id="{3F498E6C-0597-2E19-B45C-E53E66A3770E}"/>
                    </a:ext>
                  </a:extLst>
                </p:cNvPr>
                <p:cNvSpPr/>
                <p:nvPr/>
              </p:nvSpPr>
              <p:spPr>
                <a:xfrm>
                  <a:off x="3586355" y="3063292"/>
                  <a:ext cx="124015" cy="1199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015" h="1199768" extrusionOk="0">
                      <a:moveTo>
                        <a:pt x="119920" y="1199769"/>
                      </a:moveTo>
                      <a:cubicBezTo>
                        <a:pt x="119729" y="1194435"/>
                        <a:pt x="104489" y="663130"/>
                        <a:pt x="104489" y="586073"/>
                      </a:cubicBezTo>
                      <a:cubicBezTo>
                        <a:pt x="104489" y="509206"/>
                        <a:pt x="1048" y="5905"/>
                        <a:pt x="0" y="857"/>
                      </a:cubicBezTo>
                      <a:lnTo>
                        <a:pt x="4001" y="0"/>
                      </a:lnTo>
                      <a:cubicBezTo>
                        <a:pt x="5048" y="5048"/>
                        <a:pt x="108585" y="508826"/>
                        <a:pt x="108585" y="586073"/>
                      </a:cubicBezTo>
                      <a:cubicBezTo>
                        <a:pt x="108585" y="663130"/>
                        <a:pt x="123825" y="1194340"/>
                        <a:pt x="124016" y="1199674"/>
                      </a:cubicBezTo>
                      <a:lnTo>
                        <a:pt x="119920" y="119976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3" name="Google Shape;958;p35">
                  <a:extLst>
                    <a:ext uri="{FF2B5EF4-FFF2-40B4-BE49-F238E27FC236}">
                      <a16:creationId xmlns:a16="http://schemas.microsoft.com/office/drawing/2014/main" id="{BE69EBDC-49C4-64DE-AC9F-8046E3771A37}"/>
                    </a:ext>
                  </a:extLst>
                </p:cNvPr>
                <p:cNvSpPr/>
                <p:nvPr/>
              </p:nvSpPr>
              <p:spPr>
                <a:xfrm>
                  <a:off x="3632361" y="4205721"/>
                  <a:ext cx="161925" cy="4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4095" extrusionOk="0">
                      <a:moveTo>
                        <a:pt x="0" y="0"/>
                      </a:moveTo>
                      <a:lnTo>
                        <a:pt x="161925" y="0"/>
                      </a:lnTo>
                      <a:lnTo>
                        <a:pt x="161925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4" name="Google Shape;959;p35">
                  <a:extLst>
                    <a:ext uri="{FF2B5EF4-FFF2-40B4-BE49-F238E27FC236}">
                      <a16:creationId xmlns:a16="http://schemas.microsoft.com/office/drawing/2014/main" id="{3127E67E-5D23-E965-0D40-CC06433D6C77}"/>
                    </a:ext>
                  </a:extLst>
                </p:cNvPr>
                <p:cNvSpPr/>
                <p:nvPr/>
              </p:nvSpPr>
              <p:spPr>
                <a:xfrm>
                  <a:off x="3207261" y="3040527"/>
                  <a:ext cx="566737" cy="1236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737" h="1236059" extrusionOk="0">
                      <a:moveTo>
                        <a:pt x="566738" y="0"/>
                      </a:moveTo>
                      <a:cubicBezTo>
                        <a:pt x="566738" y="0"/>
                        <a:pt x="481775" y="366331"/>
                        <a:pt x="395478" y="625507"/>
                      </a:cubicBezTo>
                      <a:cubicBezTo>
                        <a:pt x="325755" y="834962"/>
                        <a:pt x="171355" y="1236059"/>
                        <a:pt x="171355" y="1236059"/>
                      </a:cubicBezTo>
                      <a:lnTo>
                        <a:pt x="0" y="1231773"/>
                      </a:lnTo>
                      <a:lnTo>
                        <a:pt x="148876" y="631698"/>
                      </a:lnTo>
                      <a:cubicBezTo>
                        <a:pt x="156781" y="600456"/>
                        <a:pt x="161830" y="568452"/>
                        <a:pt x="163830" y="536257"/>
                      </a:cubicBezTo>
                      <a:cubicBezTo>
                        <a:pt x="171450" y="414528"/>
                        <a:pt x="146494" y="168592"/>
                        <a:pt x="136017" y="11049"/>
                      </a:cubicBezTo>
                      <a:lnTo>
                        <a:pt x="56673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85" name="Google Shape;960;p35">
                  <a:extLst>
                    <a:ext uri="{FF2B5EF4-FFF2-40B4-BE49-F238E27FC236}">
                      <a16:creationId xmlns:a16="http://schemas.microsoft.com/office/drawing/2014/main" id="{0EBBEAC0-813F-7C21-D7B0-BFF0D395A33A}"/>
                    </a:ext>
                  </a:extLst>
                </p:cNvPr>
                <p:cNvGrpSpPr/>
                <p:nvPr/>
              </p:nvGrpSpPr>
              <p:grpSpPr>
                <a:xfrm>
                  <a:off x="3224406" y="3042051"/>
                  <a:ext cx="397573" cy="1229773"/>
                  <a:chOff x="6448806" y="4285201"/>
                  <a:chExt cx="397573" cy="1229773"/>
                </a:xfrm>
              </p:grpSpPr>
              <p:sp>
                <p:nvSpPr>
                  <p:cNvPr id="920" name="Google Shape;961;p35">
                    <a:extLst>
                      <a:ext uri="{FF2B5EF4-FFF2-40B4-BE49-F238E27FC236}">
                        <a16:creationId xmlns:a16="http://schemas.microsoft.com/office/drawing/2014/main" id="{39C1B268-5E8C-D9D2-872E-EC6A04F8E970}"/>
                      </a:ext>
                    </a:extLst>
                  </p:cNvPr>
                  <p:cNvSpPr/>
                  <p:nvPr/>
                </p:nvSpPr>
                <p:spPr>
                  <a:xfrm>
                    <a:off x="6490811" y="4290250"/>
                    <a:ext cx="231076" cy="12247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1076" h="1224724" extrusionOk="0">
                        <a:moveTo>
                          <a:pt x="3905" y="1224724"/>
                        </a:moveTo>
                        <a:lnTo>
                          <a:pt x="0" y="1223581"/>
                        </a:lnTo>
                        <a:cubicBezTo>
                          <a:pt x="1715" y="1217581"/>
                          <a:pt x="176403" y="621221"/>
                          <a:pt x="212122" y="548068"/>
                        </a:cubicBezTo>
                        <a:cubicBezTo>
                          <a:pt x="247555" y="475583"/>
                          <a:pt x="208312" y="5143"/>
                          <a:pt x="207836" y="381"/>
                        </a:cubicBezTo>
                        <a:lnTo>
                          <a:pt x="211836" y="0"/>
                        </a:lnTo>
                        <a:cubicBezTo>
                          <a:pt x="213455" y="19431"/>
                          <a:pt x="251650" y="476250"/>
                          <a:pt x="215741" y="549783"/>
                        </a:cubicBezTo>
                        <a:cubicBezTo>
                          <a:pt x="180213" y="622744"/>
                          <a:pt x="5715" y="1218724"/>
                          <a:pt x="3905" y="12247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1" name="Google Shape;962;p35">
                    <a:extLst>
                      <a:ext uri="{FF2B5EF4-FFF2-40B4-BE49-F238E27FC236}">
                        <a16:creationId xmlns:a16="http://schemas.microsoft.com/office/drawing/2014/main" id="{B1BC4319-DEC7-0F43-895C-E1536E10BF29}"/>
                      </a:ext>
                    </a:extLst>
                  </p:cNvPr>
                  <p:cNvSpPr/>
                  <p:nvPr/>
                </p:nvSpPr>
                <p:spPr>
                  <a:xfrm>
                    <a:off x="6448806" y="5459158"/>
                    <a:ext cx="171926" cy="40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926" h="4095" extrusionOk="0">
                        <a:moveTo>
                          <a:pt x="0" y="0"/>
                        </a:moveTo>
                        <a:lnTo>
                          <a:pt x="171926" y="0"/>
                        </a:lnTo>
                        <a:lnTo>
                          <a:pt x="171926" y="4096"/>
                        </a:lnTo>
                        <a:lnTo>
                          <a:pt x="0" y="4096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2" name="Google Shape;963;p35">
                    <a:extLst>
                      <a:ext uri="{FF2B5EF4-FFF2-40B4-BE49-F238E27FC236}">
                        <a16:creationId xmlns:a16="http://schemas.microsoft.com/office/drawing/2014/main" id="{BAA4C2AA-D5F2-DEEB-C77C-E6005DEBC844}"/>
                      </a:ext>
                    </a:extLst>
                  </p:cNvPr>
                  <p:cNvSpPr/>
                  <p:nvPr/>
                </p:nvSpPr>
                <p:spPr>
                  <a:xfrm>
                    <a:off x="6715125" y="4285201"/>
                    <a:ext cx="131254" cy="1703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254" h="170306" extrusionOk="0">
                        <a:moveTo>
                          <a:pt x="3238" y="170307"/>
                        </a:moveTo>
                        <a:lnTo>
                          <a:pt x="0" y="167830"/>
                        </a:lnTo>
                        <a:lnTo>
                          <a:pt x="128016" y="0"/>
                        </a:lnTo>
                        <a:lnTo>
                          <a:pt x="131254" y="2476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86" name="Google Shape;964;p35">
                  <a:extLst>
                    <a:ext uri="{FF2B5EF4-FFF2-40B4-BE49-F238E27FC236}">
                      <a16:creationId xmlns:a16="http://schemas.microsoft.com/office/drawing/2014/main" id="{58D34494-263F-6280-2723-853D22A4DBFC}"/>
                    </a:ext>
                  </a:extLst>
                </p:cNvPr>
                <p:cNvSpPr/>
                <p:nvPr/>
              </p:nvSpPr>
              <p:spPr>
                <a:xfrm>
                  <a:off x="3256436" y="2224425"/>
                  <a:ext cx="581474" cy="888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474" h="888396" extrusionOk="0">
                      <a:moveTo>
                        <a:pt x="259" y="237649"/>
                      </a:moveTo>
                      <a:cubicBezTo>
                        <a:pt x="4355" y="134207"/>
                        <a:pt x="169613" y="41053"/>
                        <a:pt x="169613" y="41053"/>
                      </a:cubicBezTo>
                      <a:lnTo>
                        <a:pt x="227811" y="0"/>
                      </a:lnTo>
                      <a:lnTo>
                        <a:pt x="227335" y="3238"/>
                      </a:lnTo>
                      <a:lnTo>
                        <a:pt x="352493" y="82487"/>
                      </a:lnTo>
                      <a:lnTo>
                        <a:pt x="362399" y="61150"/>
                      </a:lnTo>
                      <a:lnTo>
                        <a:pt x="360685" y="43434"/>
                      </a:lnTo>
                      <a:lnTo>
                        <a:pt x="391927" y="54007"/>
                      </a:lnTo>
                      <a:cubicBezTo>
                        <a:pt x="405262" y="55626"/>
                        <a:pt x="466889" y="123349"/>
                        <a:pt x="486986" y="154686"/>
                      </a:cubicBezTo>
                      <a:cubicBezTo>
                        <a:pt x="508703" y="188595"/>
                        <a:pt x="521181" y="227838"/>
                        <a:pt x="523181" y="268319"/>
                      </a:cubicBezTo>
                      <a:lnTo>
                        <a:pt x="581475" y="853345"/>
                      </a:lnTo>
                      <a:lnTo>
                        <a:pt x="104367" y="888397"/>
                      </a:lnTo>
                      <a:cubicBezTo>
                        <a:pt x="104272" y="888397"/>
                        <a:pt x="-6028" y="396907"/>
                        <a:pt x="259" y="23764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7" name="Google Shape;965;p35">
                  <a:extLst>
                    <a:ext uri="{FF2B5EF4-FFF2-40B4-BE49-F238E27FC236}">
                      <a16:creationId xmlns:a16="http://schemas.microsoft.com/office/drawing/2014/main" id="{E385DB5B-810A-6F03-962A-F34181B6F0D6}"/>
                    </a:ext>
                  </a:extLst>
                </p:cNvPr>
                <p:cNvSpPr/>
                <p:nvPr/>
              </p:nvSpPr>
              <p:spPr>
                <a:xfrm>
                  <a:off x="3316036" y="3028526"/>
                  <a:ext cx="517207" cy="39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207" h="39147" extrusionOk="0">
                      <a:moveTo>
                        <a:pt x="95" y="39148"/>
                      </a:moveTo>
                      <a:lnTo>
                        <a:pt x="0" y="37433"/>
                      </a:lnTo>
                      <a:lnTo>
                        <a:pt x="517017" y="0"/>
                      </a:lnTo>
                      <a:lnTo>
                        <a:pt x="517207" y="17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8" name="Google Shape;966;p35">
                  <a:extLst>
                    <a:ext uri="{FF2B5EF4-FFF2-40B4-BE49-F238E27FC236}">
                      <a16:creationId xmlns:a16="http://schemas.microsoft.com/office/drawing/2014/main" id="{FA4E1BE8-AFE5-86C6-8D90-B815FDA0D3F2}"/>
                    </a:ext>
                  </a:extLst>
                </p:cNvPr>
                <p:cNvSpPr/>
                <p:nvPr/>
              </p:nvSpPr>
              <p:spPr>
                <a:xfrm>
                  <a:off x="3243480" y="2269764"/>
                  <a:ext cx="430791" cy="1036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0791" h="1036129" extrusionOk="0">
                      <a:moveTo>
                        <a:pt x="159996" y="0"/>
                      </a:moveTo>
                      <a:cubicBezTo>
                        <a:pt x="159996" y="0"/>
                        <a:pt x="276201" y="75629"/>
                        <a:pt x="343257" y="305753"/>
                      </a:cubicBezTo>
                      <a:cubicBezTo>
                        <a:pt x="402979" y="510540"/>
                        <a:pt x="430792" y="1003363"/>
                        <a:pt x="430792" y="1003363"/>
                      </a:cubicBezTo>
                      <a:lnTo>
                        <a:pt x="33028" y="1036130"/>
                      </a:lnTo>
                      <a:cubicBezTo>
                        <a:pt x="33028" y="1036130"/>
                        <a:pt x="56554" y="688753"/>
                        <a:pt x="63794" y="639985"/>
                      </a:cubicBezTo>
                      <a:cubicBezTo>
                        <a:pt x="70937" y="591217"/>
                        <a:pt x="-111181" y="115919"/>
                        <a:pt x="109799" y="34766"/>
                      </a:cubicBezTo>
                      <a:lnTo>
                        <a:pt x="15999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89" name="Google Shape;967;p35">
                  <a:extLst>
                    <a:ext uri="{FF2B5EF4-FFF2-40B4-BE49-F238E27FC236}">
                      <a16:creationId xmlns:a16="http://schemas.microsoft.com/office/drawing/2014/main" id="{4D15B570-8125-995C-B9BF-EB2355AC5550}"/>
                    </a:ext>
                  </a:extLst>
                </p:cNvPr>
                <p:cNvGrpSpPr/>
                <p:nvPr/>
              </p:nvGrpSpPr>
              <p:grpSpPr>
                <a:xfrm>
                  <a:off x="3613121" y="2256906"/>
                  <a:ext cx="264222" cy="1022984"/>
                  <a:chOff x="6837521" y="3500056"/>
                  <a:chExt cx="264222" cy="1022984"/>
                </a:xfrm>
              </p:grpSpPr>
              <p:sp>
                <p:nvSpPr>
                  <p:cNvPr id="917" name="Google Shape;968;p35">
                    <a:extLst>
                      <a:ext uri="{FF2B5EF4-FFF2-40B4-BE49-F238E27FC236}">
                        <a16:creationId xmlns:a16="http://schemas.microsoft.com/office/drawing/2014/main" id="{F44E04C7-B94D-0D8B-800D-71D6408E6D48}"/>
                      </a:ext>
                    </a:extLst>
                  </p:cNvPr>
                  <p:cNvSpPr/>
                  <p:nvPr/>
                </p:nvSpPr>
                <p:spPr>
                  <a:xfrm>
                    <a:off x="6856380" y="3519106"/>
                    <a:ext cx="245363" cy="10039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5363" h="1003934" extrusionOk="0">
                        <a:moveTo>
                          <a:pt x="13621" y="94393"/>
                        </a:moveTo>
                        <a:lnTo>
                          <a:pt x="14954" y="107442"/>
                        </a:lnTo>
                        <a:lnTo>
                          <a:pt x="82772" y="1003935"/>
                        </a:lnTo>
                        <a:lnTo>
                          <a:pt x="245364" y="982885"/>
                        </a:lnTo>
                        <a:lnTo>
                          <a:pt x="191929" y="580263"/>
                        </a:lnTo>
                        <a:cubicBezTo>
                          <a:pt x="191929" y="580263"/>
                          <a:pt x="169259" y="193262"/>
                          <a:pt x="153543" y="161639"/>
                        </a:cubicBezTo>
                        <a:cubicBezTo>
                          <a:pt x="129159" y="112871"/>
                          <a:pt x="71533" y="10954"/>
                          <a:pt x="0" y="0"/>
                        </a:cubicBezTo>
                        <a:lnTo>
                          <a:pt x="13621" y="9439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8" name="Google Shape;969;p35">
                    <a:extLst>
                      <a:ext uri="{FF2B5EF4-FFF2-40B4-BE49-F238E27FC236}">
                        <a16:creationId xmlns:a16="http://schemas.microsoft.com/office/drawing/2014/main" id="{A6F2424C-BE51-E9EC-00F4-D61079ABC144}"/>
                      </a:ext>
                    </a:extLst>
                  </p:cNvPr>
                  <p:cNvSpPr/>
                  <p:nvPr/>
                </p:nvSpPr>
                <p:spPr>
                  <a:xfrm>
                    <a:off x="6878574" y="3529678"/>
                    <a:ext cx="112299" cy="5455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299" h="545591" extrusionOk="0">
                        <a:moveTo>
                          <a:pt x="0" y="0"/>
                        </a:moveTo>
                        <a:lnTo>
                          <a:pt x="101727" y="190690"/>
                        </a:lnTo>
                        <a:lnTo>
                          <a:pt x="86582" y="238696"/>
                        </a:lnTo>
                        <a:lnTo>
                          <a:pt x="112300" y="266700"/>
                        </a:lnTo>
                        <a:lnTo>
                          <a:pt x="47911" y="545592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9" name="Google Shape;970;p35">
                    <a:extLst>
                      <a:ext uri="{FF2B5EF4-FFF2-40B4-BE49-F238E27FC236}">
                        <a16:creationId xmlns:a16="http://schemas.microsoft.com/office/drawing/2014/main" id="{DBCF6C3C-FEEE-BA86-5418-FD47485C5BAA}"/>
                      </a:ext>
                    </a:extLst>
                  </p:cNvPr>
                  <p:cNvSpPr/>
                  <p:nvPr/>
                </p:nvSpPr>
                <p:spPr>
                  <a:xfrm>
                    <a:off x="6837521" y="3500056"/>
                    <a:ext cx="123539" cy="5486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539" h="548639" extrusionOk="0">
                        <a:moveTo>
                          <a:pt x="92107" y="548640"/>
                        </a:moveTo>
                        <a:lnTo>
                          <a:pt x="123539" y="289750"/>
                        </a:lnTo>
                        <a:lnTo>
                          <a:pt x="76200" y="243935"/>
                        </a:lnTo>
                        <a:lnTo>
                          <a:pt x="116396" y="186500"/>
                        </a:lnTo>
                        <a:lnTo>
                          <a:pt x="44672" y="2305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90" name="Google Shape;971;p35">
                  <a:extLst>
                    <a:ext uri="{FF2B5EF4-FFF2-40B4-BE49-F238E27FC236}">
                      <a16:creationId xmlns:a16="http://schemas.microsoft.com/office/drawing/2014/main" id="{1110A3C7-8B42-F384-8336-58BA5F3DC43E}"/>
                    </a:ext>
                  </a:extLst>
                </p:cNvPr>
                <p:cNvSpPr/>
                <p:nvPr/>
              </p:nvSpPr>
              <p:spPr>
                <a:xfrm>
                  <a:off x="3646100" y="2816007"/>
                  <a:ext cx="10526" cy="30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26" h="30321" extrusionOk="0">
                      <a:moveTo>
                        <a:pt x="10169" y="14494"/>
                      </a:moveTo>
                      <a:cubicBezTo>
                        <a:pt x="11216" y="22876"/>
                        <a:pt x="9883" y="29924"/>
                        <a:pt x="7216" y="30305"/>
                      </a:cubicBezTo>
                      <a:cubicBezTo>
                        <a:pt x="4453" y="30687"/>
                        <a:pt x="1406" y="24210"/>
                        <a:pt x="358" y="15828"/>
                      </a:cubicBezTo>
                      <a:cubicBezTo>
                        <a:pt x="-690" y="7445"/>
                        <a:pt x="644" y="397"/>
                        <a:pt x="3311" y="16"/>
                      </a:cubicBezTo>
                      <a:cubicBezTo>
                        <a:pt x="5978" y="-365"/>
                        <a:pt x="9121" y="6112"/>
                        <a:pt x="10169" y="1449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1" name="Google Shape;972;p35">
                  <a:extLst>
                    <a:ext uri="{FF2B5EF4-FFF2-40B4-BE49-F238E27FC236}">
                      <a16:creationId xmlns:a16="http://schemas.microsoft.com/office/drawing/2014/main" id="{B4E003E0-8A15-65EE-B57F-CF49E682F5EB}"/>
                    </a:ext>
                  </a:extLst>
                </p:cNvPr>
                <p:cNvSpPr/>
                <p:nvPr/>
              </p:nvSpPr>
              <p:spPr>
                <a:xfrm>
                  <a:off x="3330704" y="2298053"/>
                  <a:ext cx="305943" cy="497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943" h="497395" extrusionOk="0">
                      <a:moveTo>
                        <a:pt x="93345" y="0"/>
                      </a:moveTo>
                      <a:lnTo>
                        <a:pt x="0" y="70771"/>
                      </a:lnTo>
                      <a:lnTo>
                        <a:pt x="157353" y="243554"/>
                      </a:lnTo>
                      <a:lnTo>
                        <a:pt x="146780" y="285655"/>
                      </a:lnTo>
                      <a:lnTo>
                        <a:pt x="267271" y="497396"/>
                      </a:lnTo>
                      <a:lnTo>
                        <a:pt x="305943" y="475107"/>
                      </a:lnTo>
                      <a:lnTo>
                        <a:pt x="218218" y="18735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2" name="Google Shape;973;p35">
                  <a:extLst>
                    <a:ext uri="{FF2B5EF4-FFF2-40B4-BE49-F238E27FC236}">
                      <a16:creationId xmlns:a16="http://schemas.microsoft.com/office/drawing/2014/main" id="{98D7392B-3469-811D-39F0-598399D5B4E5}"/>
                    </a:ext>
                  </a:extLst>
                </p:cNvPr>
                <p:cNvSpPr/>
                <p:nvPr/>
              </p:nvSpPr>
              <p:spPr>
                <a:xfrm>
                  <a:off x="3475715" y="2175730"/>
                  <a:ext cx="25487" cy="3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87" h="38598" extrusionOk="0">
                      <a:moveTo>
                        <a:pt x="25487" y="22"/>
                      </a:moveTo>
                      <a:cubicBezTo>
                        <a:pt x="25487" y="22"/>
                        <a:pt x="1198" y="-359"/>
                        <a:pt x="55" y="2023"/>
                      </a:cubicBezTo>
                      <a:cubicBezTo>
                        <a:pt x="-1088" y="4404"/>
                        <a:pt x="15867" y="38599"/>
                        <a:pt x="15867" y="38599"/>
                      </a:cubicBezTo>
                      <a:lnTo>
                        <a:pt x="25487" y="2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3" name="Google Shape;974;p35">
                  <a:extLst>
                    <a:ext uri="{FF2B5EF4-FFF2-40B4-BE49-F238E27FC236}">
                      <a16:creationId xmlns:a16="http://schemas.microsoft.com/office/drawing/2014/main" id="{76F4DAAC-FF85-5020-2E9C-2E1649F3747E}"/>
                    </a:ext>
                  </a:extLst>
                </p:cNvPr>
                <p:cNvSpPr/>
                <p:nvPr/>
              </p:nvSpPr>
              <p:spPr>
                <a:xfrm>
                  <a:off x="3466918" y="1859757"/>
                  <a:ext cx="260554" cy="2761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554" h="276176" extrusionOk="0">
                      <a:moveTo>
                        <a:pt x="69717" y="275324"/>
                      </a:moveTo>
                      <a:cubicBezTo>
                        <a:pt x="7137" y="291802"/>
                        <a:pt x="-28962" y="64059"/>
                        <a:pt x="29712" y="51200"/>
                      </a:cubicBezTo>
                      <a:cubicBezTo>
                        <a:pt x="29712" y="51200"/>
                        <a:pt x="33331" y="19673"/>
                        <a:pt x="64859" y="11957"/>
                      </a:cubicBezTo>
                      <a:cubicBezTo>
                        <a:pt x="96387" y="4242"/>
                        <a:pt x="110579" y="23864"/>
                        <a:pt x="110579" y="23864"/>
                      </a:cubicBezTo>
                      <a:cubicBezTo>
                        <a:pt x="110579" y="23864"/>
                        <a:pt x="116484" y="9005"/>
                        <a:pt x="125438" y="9576"/>
                      </a:cubicBezTo>
                      <a:cubicBezTo>
                        <a:pt x="134391" y="10148"/>
                        <a:pt x="142107" y="17291"/>
                        <a:pt x="142107" y="17291"/>
                      </a:cubicBezTo>
                      <a:cubicBezTo>
                        <a:pt x="142107" y="17291"/>
                        <a:pt x="161157" y="-1092"/>
                        <a:pt x="183064" y="51"/>
                      </a:cubicBezTo>
                      <a:cubicBezTo>
                        <a:pt x="205067" y="1194"/>
                        <a:pt x="218116" y="13672"/>
                        <a:pt x="220497" y="23197"/>
                      </a:cubicBezTo>
                      <a:cubicBezTo>
                        <a:pt x="220497" y="23197"/>
                        <a:pt x="255549" y="4814"/>
                        <a:pt x="260312" y="46914"/>
                      </a:cubicBezTo>
                      <a:cubicBezTo>
                        <a:pt x="262407" y="65964"/>
                        <a:pt x="250215" y="74822"/>
                        <a:pt x="250215" y="74822"/>
                      </a:cubicBezTo>
                      <a:cubicBezTo>
                        <a:pt x="250215" y="74822"/>
                        <a:pt x="253740" y="109303"/>
                        <a:pt x="235928" y="116351"/>
                      </a:cubicBezTo>
                      <a:cubicBezTo>
                        <a:pt x="235928" y="116351"/>
                        <a:pt x="241262" y="138926"/>
                        <a:pt x="231737" y="139021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4" name="Google Shape;975;p35">
                  <a:extLst>
                    <a:ext uri="{FF2B5EF4-FFF2-40B4-BE49-F238E27FC236}">
                      <a16:creationId xmlns:a16="http://schemas.microsoft.com/office/drawing/2014/main" id="{0CFC92AE-8CF1-4292-1DA3-B6F50502D833}"/>
                    </a:ext>
                  </a:extLst>
                </p:cNvPr>
                <p:cNvSpPr/>
                <p:nvPr/>
              </p:nvSpPr>
              <p:spPr>
                <a:xfrm>
                  <a:off x="3482667" y="1956646"/>
                  <a:ext cx="218559" cy="3677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559" h="367703" extrusionOk="0">
                      <a:moveTo>
                        <a:pt x="212940" y="10128"/>
                      </a:moveTo>
                      <a:cubicBezTo>
                        <a:pt x="212940" y="10128"/>
                        <a:pt x="235514" y="165481"/>
                        <a:pt x="190175" y="227774"/>
                      </a:cubicBezTo>
                      <a:cubicBezTo>
                        <a:pt x="177888" y="238061"/>
                        <a:pt x="142455" y="229965"/>
                        <a:pt x="131215" y="228536"/>
                      </a:cubicBezTo>
                      <a:cubicBezTo>
                        <a:pt x="130263" y="221869"/>
                        <a:pt x="122929" y="279400"/>
                        <a:pt x="137693" y="329311"/>
                      </a:cubicBezTo>
                      <a:cubicBezTo>
                        <a:pt x="153599" y="378841"/>
                        <a:pt x="86543" y="379507"/>
                        <a:pt x="54444" y="336740"/>
                      </a:cubicBezTo>
                      <a:lnTo>
                        <a:pt x="5962" y="278447"/>
                      </a:lnTo>
                      <a:cubicBezTo>
                        <a:pt x="5962" y="278447"/>
                        <a:pt x="17487" y="191389"/>
                        <a:pt x="19678" y="162052"/>
                      </a:cubicBezTo>
                      <a:cubicBezTo>
                        <a:pt x="20821" y="146335"/>
                        <a:pt x="21202" y="131000"/>
                        <a:pt x="19868" y="122713"/>
                      </a:cubicBezTo>
                      <a:cubicBezTo>
                        <a:pt x="1390" y="121094"/>
                        <a:pt x="-4040" y="86899"/>
                        <a:pt x="2914" y="68326"/>
                      </a:cubicBezTo>
                      <a:cubicBezTo>
                        <a:pt x="9581" y="50609"/>
                        <a:pt x="44824" y="75850"/>
                        <a:pt x="51206" y="91662"/>
                      </a:cubicBezTo>
                      <a:cubicBezTo>
                        <a:pt x="53206" y="96710"/>
                        <a:pt x="59016" y="101949"/>
                        <a:pt x="65398" y="94424"/>
                      </a:cubicBezTo>
                      <a:cubicBezTo>
                        <a:pt x="69303" y="89757"/>
                        <a:pt x="70160" y="47275"/>
                        <a:pt x="75685" y="20891"/>
                      </a:cubicBezTo>
                      <a:cubicBezTo>
                        <a:pt x="81781" y="36893"/>
                        <a:pt x="106641" y="27368"/>
                        <a:pt x="106736" y="27368"/>
                      </a:cubicBezTo>
                      <a:cubicBezTo>
                        <a:pt x="115594" y="26987"/>
                        <a:pt x="122738" y="11938"/>
                        <a:pt x="122072" y="11652"/>
                      </a:cubicBezTo>
                      <a:cubicBezTo>
                        <a:pt x="133216" y="24701"/>
                        <a:pt x="167887" y="24701"/>
                        <a:pt x="178650" y="23844"/>
                      </a:cubicBezTo>
                      <a:cubicBezTo>
                        <a:pt x="188365" y="22987"/>
                        <a:pt x="194652" y="10414"/>
                        <a:pt x="197700" y="7175"/>
                      </a:cubicBezTo>
                      <a:cubicBezTo>
                        <a:pt x="213893" y="-10541"/>
                        <a:pt x="212940" y="10128"/>
                        <a:pt x="212940" y="10128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5" name="Google Shape;976;p35">
                  <a:extLst>
                    <a:ext uri="{FF2B5EF4-FFF2-40B4-BE49-F238E27FC236}">
                      <a16:creationId xmlns:a16="http://schemas.microsoft.com/office/drawing/2014/main" id="{56AF0087-C33C-FBE6-D1CF-1763FE39E350}"/>
                    </a:ext>
                  </a:extLst>
                </p:cNvPr>
                <p:cNvSpPr/>
                <p:nvPr/>
              </p:nvSpPr>
              <p:spPr>
                <a:xfrm>
                  <a:off x="3580545" y="2180039"/>
                  <a:ext cx="44005" cy="112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005" h="112585" extrusionOk="0">
                      <a:moveTo>
                        <a:pt x="44006" y="6477"/>
                      </a:moveTo>
                      <a:lnTo>
                        <a:pt x="0" y="0"/>
                      </a:lnTo>
                      <a:lnTo>
                        <a:pt x="37529" y="112586"/>
                      </a:ln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6" name="Google Shape;977;p35">
                  <a:extLst>
                    <a:ext uri="{FF2B5EF4-FFF2-40B4-BE49-F238E27FC236}">
                      <a16:creationId xmlns:a16="http://schemas.microsoft.com/office/drawing/2014/main" id="{E035D3D5-2B9A-50BF-0551-86E9FDC7FF92}"/>
                    </a:ext>
                  </a:extLst>
                </p:cNvPr>
                <p:cNvSpPr/>
                <p:nvPr/>
              </p:nvSpPr>
              <p:spPr>
                <a:xfrm>
                  <a:off x="3401094" y="2183753"/>
                  <a:ext cx="255174" cy="646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174" h="646842" extrusionOk="0">
                      <a:moveTo>
                        <a:pt x="0" y="87535"/>
                      </a:moveTo>
                      <a:lnTo>
                        <a:pt x="87440" y="301276"/>
                      </a:lnTo>
                      <a:lnTo>
                        <a:pt x="155924" y="307562"/>
                      </a:lnTo>
                      <a:lnTo>
                        <a:pt x="125540" y="347377"/>
                      </a:lnTo>
                      <a:lnTo>
                        <a:pt x="255175" y="646843"/>
                      </a:lnTo>
                      <a:cubicBezTo>
                        <a:pt x="255175" y="646843"/>
                        <a:pt x="204311" y="375476"/>
                        <a:pt x="154877" y="222504"/>
                      </a:cubicBezTo>
                      <a:cubicBezTo>
                        <a:pt x="115919" y="102108"/>
                        <a:pt x="72866" y="0"/>
                        <a:pt x="72866" y="0"/>
                      </a:cubicBezTo>
                      <a:lnTo>
                        <a:pt x="0" y="87535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97" name="Google Shape;978;p35">
                  <a:extLst>
                    <a:ext uri="{FF2B5EF4-FFF2-40B4-BE49-F238E27FC236}">
                      <a16:creationId xmlns:a16="http://schemas.microsoft.com/office/drawing/2014/main" id="{A1E1F0B9-1F84-B0C8-BADB-B647D1D39E7F}"/>
                    </a:ext>
                  </a:extLst>
                </p:cNvPr>
                <p:cNvGrpSpPr/>
                <p:nvPr/>
              </p:nvGrpSpPr>
              <p:grpSpPr>
                <a:xfrm>
                  <a:off x="3766471" y="2402281"/>
                  <a:ext cx="459096" cy="418904"/>
                  <a:chOff x="6987571" y="3640156"/>
                  <a:chExt cx="459096" cy="418904"/>
                </a:xfrm>
              </p:grpSpPr>
              <p:sp>
                <p:nvSpPr>
                  <p:cNvPr id="915" name="Google Shape;979;p35">
                    <a:extLst>
                      <a:ext uri="{FF2B5EF4-FFF2-40B4-BE49-F238E27FC236}">
                        <a16:creationId xmlns:a16="http://schemas.microsoft.com/office/drawing/2014/main" id="{974AA807-DC48-2356-4E96-9BC7BB44719A}"/>
                      </a:ext>
                    </a:extLst>
                  </p:cNvPr>
                  <p:cNvSpPr/>
                  <p:nvPr/>
                </p:nvSpPr>
                <p:spPr>
                  <a:xfrm>
                    <a:off x="6987571" y="3640156"/>
                    <a:ext cx="435292" cy="4163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5292" h="416369" extrusionOk="0">
                        <a:moveTo>
                          <a:pt x="159" y="408349"/>
                        </a:moveTo>
                        <a:lnTo>
                          <a:pt x="84836" y="120694"/>
                        </a:lnTo>
                        <a:cubicBezTo>
                          <a:pt x="88742" y="107835"/>
                          <a:pt x="98171" y="97453"/>
                          <a:pt x="110554" y="92309"/>
                        </a:cubicBezTo>
                        <a:lnTo>
                          <a:pt x="404781" y="2013"/>
                        </a:lnTo>
                        <a:cubicBezTo>
                          <a:pt x="425450" y="-6750"/>
                          <a:pt x="440881" y="14681"/>
                          <a:pt x="433356" y="35826"/>
                        </a:cubicBezTo>
                        <a:lnTo>
                          <a:pt x="356394" y="266903"/>
                        </a:lnTo>
                        <a:cubicBezTo>
                          <a:pt x="351346" y="282238"/>
                          <a:pt x="340392" y="294716"/>
                          <a:pt x="326104" y="301383"/>
                        </a:cubicBezTo>
                        <a:lnTo>
                          <a:pt x="21209" y="415493"/>
                        </a:lnTo>
                        <a:cubicBezTo>
                          <a:pt x="15589" y="418160"/>
                          <a:pt x="-1841" y="414445"/>
                          <a:pt x="159" y="408349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6" name="Google Shape;980;p35">
                    <a:extLst>
                      <a:ext uri="{FF2B5EF4-FFF2-40B4-BE49-F238E27FC236}">
                        <a16:creationId xmlns:a16="http://schemas.microsoft.com/office/drawing/2014/main" id="{FBEB368F-8F2B-06F4-2958-EF88ACCD8B47}"/>
                      </a:ext>
                    </a:extLst>
                  </p:cNvPr>
                  <p:cNvSpPr/>
                  <p:nvPr/>
                </p:nvSpPr>
                <p:spPr>
                  <a:xfrm>
                    <a:off x="7003440" y="3647750"/>
                    <a:ext cx="443227" cy="4113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3227" h="411310" extrusionOk="0">
                        <a:moveTo>
                          <a:pt x="6" y="411137"/>
                        </a:moveTo>
                        <a:lnTo>
                          <a:pt x="89732" y="119005"/>
                        </a:lnTo>
                        <a:cubicBezTo>
                          <a:pt x="92875" y="109195"/>
                          <a:pt x="100019" y="101289"/>
                          <a:pt x="109449" y="97193"/>
                        </a:cubicBezTo>
                        <a:lnTo>
                          <a:pt x="424059" y="1086"/>
                        </a:lnTo>
                        <a:cubicBezTo>
                          <a:pt x="436632" y="-4058"/>
                          <a:pt x="446252" y="10039"/>
                          <a:pt x="442347" y="22994"/>
                        </a:cubicBezTo>
                        <a:lnTo>
                          <a:pt x="361956" y="262833"/>
                        </a:lnTo>
                        <a:cubicBezTo>
                          <a:pt x="355956" y="279026"/>
                          <a:pt x="351765" y="286645"/>
                          <a:pt x="336239" y="294265"/>
                        </a:cubicBezTo>
                        <a:cubicBezTo>
                          <a:pt x="282042" y="321031"/>
                          <a:pt x="-1518" y="415900"/>
                          <a:pt x="6" y="41113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98" name="Google Shape;981;p35">
                  <a:extLst>
                    <a:ext uri="{FF2B5EF4-FFF2-40B4-BE49-F238E27FC236}">
                      <a16:creationId xmlns:a16="http://schemas.microsoft.com/office/drawing/2014/main" id="{01E427E3-3A9F-CD8E-6AB9-0E2AF3A4DD5C}"/>
                    </a:ext>
                  </a:extLst>
                </p:cNvPr>
                <p:cNvSpPr/>
                <p:nvPr/>
              </p:nvSpPr>
              <p:spPr>
                <a:xfrm>
                  <a:off x="3647125" y="2564995"/>
                  <a:ext cx="345900" cy="32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900" h="328180" extrusionOk="0">
                      <a:moveTo>
                        <a:pt x="46482" y="328180"/>
                      </a:moveTo>
                      <a:cubicBezTo>
                        <a:pt x="200977" y="222357"/>
                        <a:pt x="287941" y="139395"/>
                        <a:pt x="304514" y="124726"/>
                      </a:cubicBezTo>
                      <a:cubicBezTo>
                        <a:pt x="313944" y="116344"/>
                        <a:pt x="339852" y="88150"/>
                        <a:pt x="337757" y="83388"/>
                      </a:cubicBezTo>
                      <a:cubicBezTo>
                        <a:pt x="332994" y="72529"/>
                        <a:pt x="280321" y="128155"/>
                        <a:pt x="281654" y="124441"/>
                      </a:cubicBezTo>
                      <a:cubicBezTo>
                        <a:pt x="282988" y="120726"/>
                        <a:pt x="349377" y="63290"/>
                        <a:pt x="345758" y="54432"/>
                      </a:cubicBezTo>
                      <a:cubicBezTo>
                        <a:pt x="340233" y="41097"/>
                        <a:pt x="267367" y="106438"/>
                        <a:pt x="266033" y="107486"/>
                      </a:cubicBezTo>
                      <a:cubicBezTo>
                        <a:pt x="246602" y="123298"/>
                        <a:pt x="338233" y="47669"/>
                        <a:pt x="336709" y="37573"/>
                      </a:cubicBezTo>
                      <a:cubicBezTo>
                        <a:pt x="335185" y="27476"/>
                        <a:pt x="290989" y="59099"/>
                        <a:pt x="289369" y="60242"/>
                      </a:cubicBezTo>
                      <a:cubicBezTo>
                        <a:pt x="289369" y="60242"/>
                        <a:pt x="253175" y="89579"/>
                        <a:pt x="250412" y="87388"/>
                      </a:cubicBezTo>
                      <a:cubicBezTo>
                        <a:pt x="247745" y="85198"/>
                        <a:pt x="309753" y="1758"/>
                        <a:pt x="298894" y="44"/>
                      </a:cubicBezTo>
                      <a:cubicBezTo>
                        <a:pt x="288036" y="-1670"/>
                        <a:pt x="246412" y="47193"/>
                        <a:pt x="233839" y="59004"/>
                      </a:cubicBezTo>
                      <a:cubicBezTo>
                        <a:pt x="221266" y="70815"/>
                        <a:pt x="193358" y="80054"/>
                        <a:pt x="182975" y="88055"/>
                      </a:cubicBezTo>
                      <a:cubicBezTo>
                        <a:pt x="168592" y="99009"/>
                        <a:pt x="168497" y="61195"/>
                        <a:pt x="174498" y="47859"/>
                      </a:cubicBezTo>
                      <a:cubicBezTo>
                        <a:pt x="174498" y="47859"/>
                        <a:pt x="147352" y="79673"/>
                        <a:pt x="138017" y="106724"/>
                      </a:cubicBezTo>
                      <a:cubicBezTo>
                        <a:pt x="133159" y="120916"/>
                        <a:pt x="130111" y="139014"/>
                        <a:pt x="130111" y="139014"/>
                      </a:cubicBezTo>
                      <a:lnTo>
                        <a:pt x="0" y="225024"/>
                      </a:lnTo>
                      <a:lnTo>
                        <a:pt x="46482" y="328180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9" name="Google Shape;982;p35">
                  <a:extLst>
                    <a:ext uri="{FF2B5EF4-FFF2-40B4-BE49-F238E27FC236}">
                      <a16:creationId xmlns:a16="http://schemas.microsoft.com/office/drawing/2014/main" id="{64721C8A-D196-3C9C-46AA-B531C4EF0BD6}"/>
                    </a:ext>
                  </a:extLst>
                </p:cNvPr>
                <p:cNvSpPr/>
                <p:nvPr/>
              </p:nvSpPr>
              <p:spPr>
                <a:xfrm>
                  <a:off x="3241122" y="2335393"/>
                  <a:ext cx="596026" cy="6557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026" h="655791" extrusionOk="0">
                      <a:moveTo>
                        <a:pt x="191214" y="71341"/>
                      </a:moveTo>
                      <a:cubicBezTo>
                        <a:pt x="191214" y="71341"/>
                        <a:pt x="128254" y="-27719"/>
                        <a:pt x="70342" y="7619"/>
                      </a:cubicBezTo>
                      <a:cubicBezTo>
                        <a:pt x="-27670" y="67531"/>
                        <a:pt x="-43863" y="302418"/>
                        <a:pt x="156924" y="597978"/>
                      </a:cubicBezTo>
                      <a:cubicBezTo>
                        <a:pt x="202454" y="665034"/>
                        <a:pt x="329898" y="676178"/>
                        <a:pt x="386953" y="618647"/>
                      </a:cubicBezTo>
                      <a:lnTo>
                        <a:pt x="596027" y="489488"/>
                      </a:lnTo>
                      <a:lnTo>
                        <a:pt x="506777" y="349566"/>
                      </a:lnTo>
                      <a:lnTo>
                        <a:pt x="370760" y="440816"/>
                      </a:lnTo>
                      <a:lnTo>
                        <a:pt x="191214" y="7134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0" name="Google Shape;983;p35">
                  <a:extLst>
                    <a:ext uri="{FF2B5EF4-FFF2-40B4-BE49-F238E27FC236}">
                      <a16:creationId xmlns:a16="http://schemas.microsoft.com/office/drawing/2014/main" id="{635463E4-F5AC-A400-E5DB-109283EA7185}"/>
                    </a:ext>
                  </a:extLst>
                </p:cNvPr>
                <p:cNvSpPr/>
                <p:nvPr/>
              </p:nvSpPr>
              <p:spPr>
                <a:xfrm>
                  <a:off x="3367376" y="2872120"/>
                  <a:ext cx="228409" cy="118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409" h="118924" extrusionOk="0">
                      <a:moveTo>
                        <a:pt x="187357" y="39249"/>
                      </a:moveTo>
                      <a:cubicBezTo>
                        <a:pt x="158877" y="10293"/>
                        <a:pt x="121158" y="-280"/>
                        <a:pt x="81343" y="6"/>
                      </a:cubicBezTo>
                      <a:cubicBezTo>
                        <a:pt x="57626" y="196"/>
                        <a:pt x="25432" y="2768"/>
                        <a:pt x="0" y="13912"/>
                      </a:cubicBezTo>
                      <a:cubicBezTo>
                        <a:pt x="9620" y="29533"/>
                        <a:pt x="19717" y="45249"/>
                        <a:pt x="30575" y="61252"/>
                      </a:cubicBezTo>
                      <a:cubicBezTo>
                        <a:pt x="68866" y="117639"/>
                        <a:pt x="164878" y="134308"/>
                        <a:pt x="228409" y="104019"/>
                      </a:cubicBezTo>
                      <a:cubicBezTo>
                        <a:pt x="218789" y="79921"/>
                        <a:pt x="205550" y="57727"/>
                        <a:pt x="187357" y="3924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01" name="Google Shape;984;p35">
                  <a:extLst>
                    <a:ext uri="{FF2B5EF4-FFF2-40B4-BE49-F238E27FC236}">
                      <a16:creationId xmlns:a16="http://schemas.microsoft.com/office/drawing/2014/main" id="{B9F08C8D-832B-BE5D-34C1-F1BF5D3B9324}"/>
                    </a:ext>
                  </a:extLst>
                </p:cNvPr>
                <p:cNvGrpSpPr/>
                <p:nvPr/>
              </p:nvGrpSpPr>
              <p:grpSpPr>
                <a:xfrm rot="235659">
                  <a:off x="3523788" y="2021240"/>
                  <a:ext cx="197177" cy="63248"/>
                  <a:chOff x="3535016" y="2018114"/>
                  <a:chExt cx="197167" cy="63245"/>
                </a:xfrm>
              </p:grpSpPr>
              <p:sp>
                <p:nvSpPr>
                  <p:cNvPr id="908" name="Google Shape;985;p35">
                    <a:extLst>
                      <a:ext uri="{FF2B5EF4-FFF2-40B4-BE49-F238E27FC236}">
                        <a16:creationId xmlns:a16="http://schemas.microsoft.com/office/drawing/2014/main" id="{703E13E9-080D-B1ED-793C-E032C171D85B}"/>
                      </a:ext>
                    </a:extLst>
                  </p:cNvPr>
                  <p:cNvSpPr/>
                  <p:nvPr/>
                </p:nvSpPr>
                <p:spPr>
                  <a:xfrm>
                    <a:off x="3610835" y="2018114"/>
                    <a:ext cx="62674" cy="632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4" h="63245" extrusionOk="0">
                        <a:moveTo>
                          <a:pt x="31337" y="63246"/>
                        </a:moveTo>
                        <a:cubicBezTo>
                          <a:pt x="14097" y="63246"/>
                          <a:pt x="0" y="49054"/>
                          <a:pt x="0" y="31623"/>
                        </a:cubicBezTo>
                        <a:cubicBezTo>
                          <a:pt x="0" y="14192"/>
                          <a:pt x="14002" y="0"/>
                          <a:pt x="31337" y="0"/>
                        </a:cubicBezTo>
                        <a:cubicBezTo>
                          <a:pt x="48673" y="0"/>
                          <a:pt x="62675" y="14192"/>
                          <a:pt x="62675" y="31623"/>
                        </a:cubicBezTo>
                        <a:cubicBezTo>
                          <a:pt x="62579" y="49054"/>
                          <a:pt x="48578" y="63246"/>
                          <a:pt x="31337" y="63246"/>
                        </a:cubicBezTo>
                        <a:close/>
                        <a:moveTo>
                          <a:pt x="31337" y="2286"/>
                        </a:moveTo>
                        <a:cubicBezTo>
                          <a:pt x="15335" y="2286"/>
                          <a:pt x="2381" y="15430"/>
                          <a:pt x="2381" y="31623"/>
                        </a:cubicBezTo>
                        <a:cubicBezTo>
                          <a:pt x="2381" y="47816"/>
                          <a:pt x="15430" y="60960"/>
                          <a:pt x="31337" y="60960"/>
                        </a:cubicBezTo>
                        <a:cubicBezTo>
                          <a:pt x="47244" y="60960"/>
                          <a:pt x="60293" y="47816"/>
                          <a:pt x="60293" y="31623"/>
                        </a:cubicBezTo>
                        <a:cubicBezTo>
                          <a:pt x="60293" y="15430"/>
                          <a:pt x="47244" y="2286"/>
                          <a:pt x="31337" y="228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9" name="Google Shape;986;p35">
                    <a:extLst>
                      <a:ext uri="{FF2B5EF4-FFF2-40B4-BE49-F238E27FC236}">
                        <a16:creationId xmlns:a16="http://schemas.microsoft.com/office/drawing/2014/main" id="{0FDC411E-AF9C-8EE6-D150-D96B6E5CE821}"/>
                      </a:ext>
                    </a:extLst>
                  </p:cNvPr>
                  <p:cNvSpPr/>
                  <p:nvPr/>
                </p:nvSpPr>
                <p:spPr>
                  <a:xfrm>
                    <a:off x="3682082" y="2018209"/>
                    <a:ext cx="50101" cy="615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101" h="61531" extrusionOk="0">
                        <a:moveTo>
                          <a:pt x="25051" y="61532"/>
                        </a:moveTo>
                        <a:cubicBezTo>
                          <a:pt x="11240" y="61532"/>
                          <a:pt x="0" y="47720"/>
                          <a:pt x="0" y="30766"/>
                        </a:cubicBezTo>
                        <a:cubicBezTo>
                          <a:pt x="0" y="13811"/>
                          <a:pt x="11240" y="0"/>
                          <a:pt x="25051" y="0"/>
                        </a:cubicBezTo>
                        <a:cubicBezTo>
                          <a:pt x="38862" y="0"/>
                          <a:pt x="50102" y="13811"/>
                          <a:pt x="50102" y="30766"/>
                        </a:cubicBezTo>
                        <a:cubicBezTo>
                          <a:pt x="50102" y="47720"/>
                          <a:pt x="38862" y="61532"/>
                          <a:pt x="25051" y="61532"/>
                        </a:cubicBezTo>
                        <a:close/>
                        <a:moveTo>
                          <a:pt x="25051" y="2096"/>
                        </a:moveTo>
                        <a:cubicBezTo>
                          <a:pt x="12383" y="2096"/>
                          <a:pt x="2000" y="14954"/>
                          <a:pt x="2000" y="30766"/>
                        </a:cubicBezTo>
                        <a:cubicBezTo>
                          <a:pt x="2000" y="46577"/>
                          <a:pt x="12287" y="59436"/>
                          <a:pt x="25051" y="59436"/>
                        </a:cubicBezTo>
                        <a:cubicBezTo>
                          <a:pt x="37814" y="59436"/>
                          <a:pt x="48101" y="46577"/>
                          <a:pt x="48101" y="30766"/>
                        </a:cubicBezTo>
                        <a:cubicBezTo>
                          <a:pt x="48101" y="14954"/>
                          <a:pt x="37719" y="2096"/>
                          <a:pt x="25051" y="209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0" name="Google Shape;987;p35">
                    <a:extLst>
                      <a:ext uri="{FF2B5EF4-FFF2-40B4-BE49-F238E27FC236}">
                        <a16:creationId xmlns:a16="http://schemas.microsoft.com/office/drawing/2014/main" id="{BF1F65DD-03E7-F7B5-6673-9149B72C7C1F}"/>
                      </a:ext>
                    </a:extLst>
                  </p:cNvPr>
                  <p:cNvSpPr/>
                  <p:nvPr/>
                </p:nvSpPr>
                <p:spPr>
                  <a:xfrm>
                    <a:off x="3670937" y="2045832"/>
                    <a:ext cx="13144" cy="7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44" h="7524" extrusionOk="0">
                        <a:moveTo>
                          <a:pt x="2096" y="7525"/>
                        </a:moveTo>
                        <a:lnTo>
                          <a:pt x="0" y="6572"/>
                        </a:lnTo>
                        <a:cubicBezTo>
                          <a:pt x="286" y="5905"/>
                          <a:pt x="2953" y="0"/>
                          <a:pt x="6858" y="0"/>
                        </a:cubicBezTo>
                        <a:cubicBezTo>
                          <a:pt x="6858" y="0"/>
                          <a:pt x="6858" y="0"/>
                          <a:pt x="6953" y="0"/>
                        </a:cubicBezTo>
                        <a:cubicBezTo>
                          <a:pt x="9334" y="0"/>
                          <a:pt x="11430" y="2191"/>
                          <a:pt x="13145" y="6667"/>
                        </a:cubicBezTo>
                        <a:lnTo>
                          <a:pt x="10954" y="7525"/>
                        </a:lnTo>
                        <a:cubicBezTo>
                          <a:pt x="9620" y="4191"/>
                          <a:pt x="8192" y="2381"/>
                          <a:pt x="6858" y="2381"/>
                        </a:cubicBezTo>
                        <a:cubicBezTo>
                          <a:pt x="6858" y="2381"/>
                          <a:pt x="6858" y="2381"/>
                          <a:pt x="6858" y="2381"/>
                        </a:cubicBezTo>
                        <a:cubicBezTo>
                          <a:pt x="4763" y="2381"/>
                          <a:pt x="2667" y="6191"/>
                          <a:pt x="2096" y="752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911" name="Google Shape;988;p35">
                    <a:extLst>
                      <a:ext uri="{FF2B5EF4-FFF2-40B4-BE49-F238E27FC236}">
                        <a16:creationId xmlns:a16="http://schemas.microsoft.com/office/drawing/2014/main" id="{744E45AA-06B6-2E66-9866-7C06174D67E6}"/>
                      </a:ext>
                    </a:extLst>
                  </p:cNvPr>
                  <p:cNvGrpSpPr/>
                  <p:nvPr/>
                </p:nvGrpSpPr>
                <p:grpSpPr>
                  <a:xfrm>
                    <a:off x="3601215" y="2041545"/>
                    <a:ext cx="11334" cy="10286"/>
                    <a:chOff x="6825615" y="3284695"/>
                    <a:chExt cx="11334" cy="10286"/>
                  </a:xfrm>
                </p:grpSpPr>
                <p:sp>
                  <p:nvSpPr>
                    <p:cNvPr id="913" name="Google Shape;989;p35">
                      <a:extLst>
                        <a:ext uri="{FF2B5EF4-FFF2-40B4-BE49-F238E27FC236}">
                          <a16:creationId xmlns:a16="http://schemas.microsoft.com/office/drawing/2014/main" id="{B21D1B39-DBE2-68DA-9F88-6BF8226382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26758" y="3285743"/>
                      <a:ext cx="9239" cy="81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39" h="8191" extrusionOk="0">
                          <a:moveTo>
                            <a:pt x="9239" y="8192"/>
                          </a:moveTo>
                          <a:lnTo>
                            <a:pt x="4096" y="8192"/>
                          </a:lnTo>
                          <a:cubicBezTo>
                            <a:pt x="1810" y="8192"/>
                            <a:pt x="0" y="6382"/>
                            <a:pt x="0" y="4096"/>
                          </a:cubicBezTo>
                          <a:lnTo>
                            <a:pt x="0" y="4096"/>
                          </a:lnTo>
                          <a:cubicBezTo>
                            <a:pt x="0" y="1810"/>
                            <a:pt x="1810" y="0"/>
                            <a:pt x="4096" y="0"/>
                          </a:cubicBezTo>
                          <a:lnTo>
                            <a:pt x="9239" y="0"/>
                          </a:lnTo>
                          <a:lnTo>
                            <a:pt x="9239" y="8192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14" name="Google Shape;990;p35">
                      <a:extLst>
                        <a:ext uri="{FF2B5EF4-FFF2-40B4-BE49-F238E27FC236}">
                          <a16:creationId xmlns:a16="http://schemas.microsoft.com/office/drawing/2014/main" id="{C8207116-9B4C-9634-8B3C-E271F03959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25615" y="3284695"/>
                      <a:ext cx="11334" cy="102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334" h="10286" extrusionOk="0">
                          <a:moveTo>
                            <a:pt x="11335" y="10287"/>
                          </a:moveTo>
                          <a:lnTo>
                            <a:pt x="5143" y="10287"/>
                          </a:lnTo>
                          <a:cubicBezTo>
                            <a:pt x="2286" y="10287"/>
                            <a:pt x="0" y="8001"/>
                            <a:pt x="0" y="5143"/>
                          </a:cubicBezTo>
                          <a:cubicBezTo>
                            <a:pt x="0" y="2286"/>
                            <a:pt x="2286" y="0"/>
                            <a:pt x="5143" y="0"/>
                          </a:cubicBezTo>
                          <a:lnTo>
                            <a:pt x="11335" y="0"/>
                          </a:lnTo>
                          <a:lnTo>
                            <a:pt x="11335" y="10287"/>
                          </a:lnTo>
                          <a:close/>
                          <a:moveTo>
                            <a:pt x="5239" y="2000"/>
                          </a:moveTo>
                          <a:cubicBezTo>
                            <a:pt x="3524" y="2000"/>
                            <a:pt x="2096" y="3429"/>
                            <a:pt x="2096" y="5143"/>
                          </a:cubicBezTo>
                          <a:cubicBezTo>
                            <a:pt x="2096" y="6858"/>
                            <a:pt x="3524" y="8287"/>
                            <a:pt x="5239" y="8287"/>
                          </a:cubicBezTo>
                          <a:lnTo>
                            <a:pt x="9334" y="8287"/>
                          </a:lnTo>
                          <a:lnTo>
                            <a:pt x="9334" y="2096"/>
                          </a:lnTo>
                          <a:lnTo>
                            <a:pt x="5239" y="2096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912" name="Google Shape;991;p35">
                    <a:extLst>
                      <a:ext uri="{FF2B5EF4-FFF2-40B4-BE49-F238E27FC236}">
                        <a16:creationId xmlns:a16="http://schemas.microsoft.com/office/drawing/2014/main" id="{01CE44E7-E291-8594-3EB0-6B3A24E924EA}"/>
                      </a:ext>
                    </a:extLst>
                  </p:cNvPr>
                  <p:cNvSpPr/>
                  <p:nvPr/>
                </p:nvSpPr>
                <p:spPr>
                  <a:xfrm>
                    <a:off x="3535016" y="2040498"/>
                    <a:ext cx="76485" cy="7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485" h="7143" extrusionOk="0">
                        <a:moveTo>
                          <a:pt x="76391" y="7144"/>
                        </a:moveTo>
                        <a:lnTo>
                          <a:pt x="0" y="2096"/>
                        </a:lnTo>
                        <a:lnTo>
                          <a:pt x="95" y="0"/>
                        </a:lnTo>
                        <a:lnTo>
                          <a:pt x="76486" y="5143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02" name="Google Shape;992;p35">
                  <a:extLst>
                    <a:ext uri="{FF2B5EF4-FFF2-40B4-BE49-F238E27FC236}">
                      <a16:creationId xmlns:a16="http://schemas.microsoft.com/office/drawing/2014/main" id="{52368F99-67F2-CDBC-7531-47FF51EA6077}"/>
                    </a:ext>
                  </a:extLst>
                </p:cNvPr>
                <p:cNvSpPr/>
                <p:nvPr/>
              </p:nvSpPr>
              <p:spPr>
                <a:xfrm flipH="1">
                  <a:off x="3487528" y="2039079"/>
                  <a:ext cx="30156" cy="30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" h="34" extrusionOk="0">
                      <a:moveTo>
                        <a:pt x="2" y="34"/>
                      </a:moveTo>
                      <a:cubicBezTo>
                        <a:pt x="3" y="34"/>
                        <a:pt x="4" y="33"/>
                        <a:pt x="4" y="32"/>
                      </a:cubicBezTo>
                      <a:cubicBezTo>
                        <a:pt x="4" y="32"/>
                        <a:pt x="4" y="22"/>
                        <a:pt x="10" y="18"/>
                      </a:cubicBezTo>
                      <a:cubicBezTo>
                        <a:pt x="12" y="17"/>
                        <a:pt x="16" y="17"/>
                        <a:pt x="20" y="19"/>
                      </a:cubicBezTo>
                      <a:cubicBezTo>
                        <a:pt x="21" y="19"/>
                        <a:pt x="22" y="19"/>
                        <a:pt x="22" y="18"/>
                      </a:cubicBezTo>
                      <a:cubicBezTo>
                        <a:pt x="22" y="17"/>
                        <a:pt x="22" y="16"/>
                        <a:pt x="21" y="16"/>
                      </a:cubicBezTo>
                      <a:cubicBezTo>
                        <a:pt x="16" y="14"/>
                        <a:pt x="12" y="14"/>
                        <a:pt x="8" y="16"/>
                      </a:cubicBezTo>
                      <a:cubicBezTo>
                        <a:pt x="7" y="16"/>
                        <a:pt x="6" y="17"/>
                        <a:pt x="6" y="18"/>
                      </a:cubicBezTo>
                      <a:cubicBezTo>
                        <a:pt x="8" y="10"/>
                        <a:pt x="13" y="4"/>
                        <a:pt x="18" y="4"/>
                      </a:cubicBezTo>
                      <a:cubicBezTo>
                        <a:pt x="21" y="3"/>
                        <a:pt x="24" y="5"/>
                        <a:pt x="27" y="8"/>
                      </a:cubicBezTo>
                      <a:cubicBezTo>
                        <a:pt x="29" y="10"/>
                        <a:pt x="30" y="13"/>
                        <a:pt x="30" y="13"/>
                      </a:cubicBezTo>
                      <a:cubicBezTo>
                        <a:pt x="31" y="13"/>
                        <a:pt x="31" y="14"/>
                        <a:pt x="32" y="13"/>
                      </a:cubicBezTo>
                      <a:cubicBezTo>
                        <a:pt x="33" y="13"/>
                        <a:pt x="33" y="12"/>
                        <a:pt x="33" y="11"/>
                      </a:cubicBezTo>
                      <a:cubicBezTo>
                        <a:pt x="33" y="11"/>
                        <a:pt x="28" y="0"/>
                        <a:pt x="18" y="1"/>
                      </a:cubicBezTo>
                      <a:cubicBezTo>
                        <a:pt x="8" y="2"/>
                        <a:pt x="0" y="16"/>
                        <a:pt x="1" y="32"/>
                      </a:cubicBezTo>
                      <a:cubicBezTo>
                        <a:pt x="1" y="33"/>
                        <a:pt x="1" y="34"/>
                        <a:pt x="2" y="34"/>
                      </a:cubicBez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03" name="Google Shape;993;p35">
                  <a:extLst>
                    <a:ext uri="{FF2B5EF4-FFF2-40B4-BE49-F238E27FC236}">
                      <a16:creationId xmlns:a16="http://schemas.microsoft.com/office/drawing/2014/main" id="{6D444D79-940E-DDC9-C30D-2A34AE805937}"/>
                    </a:ext>
                  </a:extLst>
                </p:cNvPr>
                <p:cNvGrpSpPr/>
                <p:nvPr/>
              </p:nvGrpSpPr>
              <p:grpSpPr>
                <a:xfrm flipH="1">
                  <a:off x="3608347" y="1986575"/>
                  <a:ext cx="95784" cy="80518"/>
                  <a:chOff x="5551897" y="1383249"/>
                  <a:chExt cx="166378" cy="139861"/>
                </a:xfrm>
              </p:grpSpPr>
              <p:sp>
                <p:nvSpPr>
                  <p:cNvPr id="904" name="Google Shape;994;p35">
                    <a:extLst>
                      <a:ext uri="{FF2B5EF4-FFF2-40B4-BE49-F238E27FC236}">
                        <a16:creationId xmlns:a16="http://schemas.microsoft.com/office/drawing/2014/main" id="{39C8A367-39A8-38A0-6F57-C4AF4CBDB5A3}"/>
                      </a:ext>
                    </a:extLst>
                  </p:cNvPr>
                  <p:cNvSpPr/>
                  <p:nvPr/>
                </p:nvSpPr>
                <p:spPr>
                  <a:xfrm>
                    <a:off x="5560156" y="1474947"/>
                    <a:ext cx="24082" cy="481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" h="43" extrusionOk="0">
                        <a:moveTo>
                          <a:pt x="19" y="20"/>
                        </a:moveTo>
                        <a:cubicBezTo>
                          <a:pt x="21" y="31"/>
                          <a:pt x="18" y="41"/>
                          <a:pt x="14" y="42"/>
                        </a:cubicBezTo>
                        <a:cubicBezTo>
                          <a:pt x="9" y="43"/>
                          <a:pt x="4" y="34"/>
                          <a:pt x="2" y="23"/>
                        </a:cubicBezTo>
                        <a:cubicBezTo>
                          <a:pt x="0" y="12"/>
                          <a:pt x="2" y="2"/>
                          <a:pt x="7" y="1"/>
                        </a:cubicBezTo>
                        <a:cubicBezTo>
                          <a:pt x="11" y="0"/>
                          <a:pt x="17" y="9"/>
                          <a:pt x="19" y="2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5" name="Google Shape;995;p35">
                    <a:extLst>
                      <a:ext uri="{FF2B5EF4-FFF2-40B4-BE49-F238E27FC236}">
                        <a16:creationId xmlns:a16="http://schemas.microsoft.com/office/drawing/2014/main" id="{210C1086-CB4D-EF77-E72A-0F364929598F}"/>
                      </a:ext>
                    </a:extLst>
                  </p:cNvPr>
                  <p:cNvSpPr/>
                  <p:nvPr/>
                </p:nvSpPr>
                <p:spPr>
                  <a:xfrm>
                    <a:off x="5647751" y="1471248"/>
                    <a:ext cx="23222" cy="481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" h="43" extrusionOk="0">
                        <a:moveTo>
                          <a:pt x="18" y="20"/>
                        </a:moveTo>
                        <a:cubicBezTo>
                          <a:pt x="20" y="31"/>
                          <a:pt x="18" y="41"/>
                          <a:pt x="13" y="42"/>
                        </a:cubicBezTo>
                        <a:cubicBezTo>
                          <a:pt x="9" y="43"/>
                          <a:pt x="3" y="34"/>
                          <a:pt x="2" y="23"/>
                        </a:cubicBezTo>
                        <a:cubicBezTo>
                          <a:pt x="0" y="12"/>
                          <a:pt x="2" y="2"/>
                          <a:pt x="6" y="1"/>
                        </a:cubicBezTo>
                        <a:cubicBezTo>
                          <a:pt x="11" y="0"/>
                          <a:pt x="16" y="9"/>
                          <a:pt x="18" y="2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6" name="Google Shape;996;p35">
                    <a:extLst>
                      <a:ext uri="{FF2B5EF4-FFF2-40B4-BE49-F238E27FC236}">
                        <a16:creationId xmlns:a16="http://schemas.microsoft.com/office/drawing/2014/main" id="{D3A52FC4-8E00-3F87-F3EA-DD2416AA9BB8}"/>
                      </a:ext>
                    </a:extLst>
                  </p:cNvPr>
                  <p:cNvSpPr/>
                  <p:nvPr/>
                </p:nvSpPr>
                <p:spPr>
                  <a:xfrm>
                    <a:off x="5639150" y="1383249"/>
                    <a:ext cx="79125" cy="731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" h="65" extrusionOk="0">
                        <a:moveTo>
                          <a:pt x="0" y="51"/>
                        </a:moveTo>
                        <a:cubicBezTo>
                          <a:pt x="0" y="51"/>
                          <a:pt x="36" y="30"/>
                          <a:pt x="70" y="65"/>
                        </a:cubicBezTo>
                        <a:cubicBezTo>
                          <a:pt x="70" y="65"/>
                          <a:pt x="32" y="0"/>
                          <a:pt x="0" y="5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7" name="Google Shape;997;p35">
                    <a:extLst>
                      <a:ext uri="{FF2B5EF4-FFF2-40B4-BE49-F238E27FC236}">
                        <a16:creationId xmlns:a16="http://schemas.microsoft.com/office/drawing/2014/main" id="{5E903895-28D7-795D-B21D-B1111C7E2C4F}"/>
                      </a:ext>
                    </a:extLst>
                  </p:cNvPr>
                  <p:cNvSpPr/>
                  <p:nvPr/>
                </p:nvSpPr>
                <p:spPr>
                  <a:xfrm>
                    <a:off x="5551897" y="1393579"/>
                    <a:ext cx="55044" cy="627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" h="56" extrusionOk="0">
                        <a:moveTo>
                          <a:pt x="49" y="30"/>
                        </a:moveTo>
                        <a:cubicBezTo>
                          <a:pt x="49" y="30"/>
                          <a:pt x="16" y="24"/>
                          <a:pt x="0" y="56"/>
                        </a:cubicBezTo>
                        <a:cubicBezTo>
                          <a:pt x="0" y="56"/>
                          <a:pt x="14" y="0"/>
                          <a:pt x="49" y="3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71" name="Google Shape;998;p35">
                <a:extLst>
                  <a:ext uri="{FF2B5EF4-FFF2-40B4-BE49-F238E27FC236}">
                    <a16:creationId xmlns:a16="http://schemas.microsoft.com/office/drawing/2014/main" id="{63E8F18D-E015-B409-A31D-5E3CA7432534}"/>
                  </a:ext>
                </a:extLst>
              </p:cNvPr>
              <p:cNvSpPr/>
              <p:nvPr/>
            </p:nvSpPr>
            <p:spPr>
              <a:xfrm rot="-9414398">
                <a:off x="3519847" y="2067982"/>
                <a:ext cx="41373" cy="23141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" name="Google Shape;999;p35">
              <a:extLst>
                <a:ext uri="{FF2B5EF4-FFF2-40B4-BE49-F238E27FC236}">
                  <a16:creationId xmlns:a16="http://schemas.microsoft.com/office/drawing/2014/main" id="{484C0365-200D-C640-1E13-A4AB980AEC16}"/>
                </a:ext>
              </a:extLst>
            </p:cNvPr>
            <p:cNvGrpSpPr/>
            <p:nvPr/>
          </p:nvGrpSpPr>
          <p:grpSpPr>
            <a:xfrm>
              <a:off x="7132778" y="2868989"/>
              <a:ext cx="471946" cy="712345"/>
              <a:chOff x="2047101" y="2145599"/>
              <a:chExt cx="407553" cy="615151"/>
            </a:xfrm>
          </p:grpSpPr>
          <p:sp>
            <p:nvSpPr>
              <p:cNvPr id="36" name="Google Shape;1000;p35">
                <a:extLst>
                  <a:ext uri="{FF2B5EF4-FFF2-40B4-BE49-F238E27FC236}">
                    <a16:creationId xmlns:a16="http://schemas.microsoft.com/office/drawing/2014/main" id="{F2D81B38-9B64-2049-7C10-FE75434B88FC}"/>
                  </a:ext>
                </a:extLst>
              </p:cNvPr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1001;p35">
                <a:extLst>
                  <a:ext uri="{FF2B5EF4-FFF2-40B4-BE49-F238E27FC236}">
                    <a16:creationId xmlns:a16="http://schemas.microsoft.com/office/drawing/2014/main" id="{AEB9CD9C-CD59-63A4-375D-E94BDC25335B}"/>
                  </a:ext>
                </a:extLst>
              </p:cNvPr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1002;p35">
                <a:extLst>
                  <a:ext uri="{FF2B5EF4-FFF2-40B4-BE49-F238E27FC236}">
                    <a16:creationId xmlns:a16="http://schemas.microsoft.com/office/drawing/2014/main" id="{55AA3374-7DF4-42DF-EE81-2374816FE670}"/>
                  </a:ext>
                </a:extLst>
              </p:cNvPr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1003;p35">
                <a:extLst>
                  <a:ext uri="{FF2B5EF4-FFF2-40B4-BE49-F238E27FC236}">
                    <a16:creationId xmlns:a16="http://schemas.microsoft.com/office/drawing/2014/main" id="{A4E74AD9-5C0F-D556-2D28-B1EBACA617B4}"/>
                  </a:ext>
                </a:extLst>
              </p:cNvPr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1004;p35">
                <a:extLst>
                  <a:ext uri="{FF2B5EF4-FFF2-40B4-BE49-F238E27FC236}">
                    <a16:creationId xmlns:a16="http://schemas.microsoft.com/office/drawing/2014/main" id="{9C50F60A-50DD-AC8E-1F61-DC994301AC3B}"/>
                  </a:ext>
                </a:extLst>
              </p:cNvPr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1005;p35">
                <a:extLst>
                  <a:ext uri="{FF2B5EF4-FFF2-40B4-BE49-F238E27FC236}">
                    <a16:creationId xmlns:a16="http://schemas.microsoft.com/office/drawing/2014/main" id="{4D7AB4D5-17AB-7CC0-DD03-63C4771EC28A}"/>
                  </a:ext>
                </a:extLst>
              </p:cNvPr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1006;p35">
                <a:extLst>
                  <a:ext uri="{FF2B5EF4-FFF2-40B4-BE49-F238E27FC236}">
                    <a16:creationId xmlns:a16="http://schemas.microsoft.com/office/drawing/2014/main" id="{7C5AE816-84DE-D760-EB31-09EB7D78810E}"/>
                  </a:ext>
                </a:extLst>
              </p:cNvPr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1007;p35">
                <a:extLst>
                  <a:ext uri="{FF2B5EF4-FFF2-40B4-BE49-F238E27FC236}">
                    <a16:creationId xmlns:a16="http://schemas.microsoft.com/office/drawing/2014/main" id="{B49FE479-B143-C342-8EB6-41E228DA092A}"/>
                  </a:ext>
                </a:extLst>
              </p:cNvPr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1008;p35">
                <a:extLst>
                  <a:ext uri="{FF2B5EF4-FFF2-40B4-BE49-F238E27FC236}">
                    <a16:creationId xmlns:a16="http://schemas.microsoft.com/office/drawing/2014/main" id="{A011A7A7-5A6E-6AEC-FFCF-627C6C1A8AB8}"/>
                  </a:ext>
                </a:extLst>
              </p:cNvPr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1009;p35">
                <a:extLst>
                  <a:ext uri="{FF2B5EF4-FFF2-40B4-BE49-F238E27FC236}">
                    <a16:creationId xmlns:a16="http://schemas.microsoft.com/office/drawing/2014/main" id="{36623928-F69B-AA4E-CA85-4E0222E1E0B7}"/>
                  </a:ext>
                </a:extLst>
              </p:cNvPr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1010;p35">
                <a:extLst>
                  <a:ext uri="{FF2B5EF4-FFF2-40B4-BE49-F238E27FC236}">
                    <a16:creationId xmlns:a16="http://schemas.microsoft.com/office/drawing/2014/main" id="{98AE8199-D698-E7A9-794C-3F4423AD8124}"/>
                  </a:ext>
                </a:extLst>
              </p:cNvPr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1011;p35">
                <a:extLst>
                  <a:ext uri="{FF2B5EF4-FFF2-40B4-BE49-F238E27FC236}">
                    <a16:creationId xmlns:a16="http://schemas.microsoft.com/office/drawing/2014/main" id="{066FC1D0-BD25-17D6-A1CB-692280BB4E0B}"/>
                  </a:ext>
                </a:extLst>
              </p:cNvPr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1012;p35">
                <a:extLst>
                  <a:ext uri="{FF2B5EF4-FFF2-40B4-BE49-F238E27FC236}">
                    <a16:creationId xmlns:a16="http://schemas.microsoft.com/office/drawing/2014/main" id="{E19B4381-FC21-811A-C4CE-AC7F75356B4E}"/>
                  </a:ext>
                </a:extLst>
              </p:cNvPr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1013;p35">
                <a:extLst>
                  <a:ext uri="{FF2B5EF4-FFF2-40B4-BE49-F238E27FC236}">
                    <a16:creationId xmlns:a16="http://schemas.microsoft.com/office/drawing/2014/main" id="{B4D06362-7D25-2339-E42F-5184CD407096}"/>
                  </a:ext>
                </a:extLst>
              </p:cNvPr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1014;p35">
                <a:extLst>
                  <a:ext uri="{FF2B5EF4-FFF2-40B4-BE49-F238E27FC236}">
                    <a16:creationId xmlns:a16="http://schemas.microsoft.com/office/drawing/2014/main" id="{20AC826D-C3CA-2AE2-DF7F-0CDEFCB1D0C7}"/>
                  </a:ext>
                </a:extLst>
              </p:cNvPr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1015;p35">
                <a:extLst>
                  <a:ext uri="{FF2B5EF4-FFF2-40B4-BE49-F238E27FC236}">
                    <a16:creationId xmlns:a16="http://schemas.microsoft.com/office/drawing/2014/main" id="{692267D2-B8B8-7846-AD71-F5F5EBABC2EE}"/>
                  </a:ext>
                </a:extLst>
              </p:cNvPr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1016;p35">
                <a:extLst>
                  <a:ext uri="{FF2B5EF4-FFF2-40B4-BE49-F238E27FC236}">
                    <a16:creationId xmlns:a16="http://schemas.microsoft.com/office/drawing/2014/main" id="{0B513526-1E63-E04C-E7C9-5935510520E6}"/>
                  </a:ext>
                </a:extLst>
              </p:cNvPr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1017;p35">
                <a:extLst>
                  <a:ext uri="{FF2B5EF4-FFF2-40B4-BE49-F238E27FC236}">
                    <a16:creationId xmlns:a16="http://schemas.microsoft.com/office/drawing/2014/main" id="{9F3E1C6A-1DCF-4D1E-4F2C-DCCEA106A93A}"/>
                  </a:ext>
                </a:extLst>
              </p:cNvPr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1018;p35">
                <a:extLst>
                  <a:ext uri="{FF2B5EF4-FFF2-40B4-BE49-F238E27FC236}">
                    <a16:creationId xmlns:a16="http://schemas.microsoft.com/office/drawing/2014/main" id="{7A3F50F9-F899-577B-B0C1-18355AB312C2}"/>
                  </a:ext>
                </a:extLst>
              </p:cNvPr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1019;p35">
                <a:extLst>
                  <a:ext uri="{FF2B5EF4-FFF2-40B4-BE49-F238E27FC236}">
                    <a16:creationId xmlns:a16="http://schemas.microsoft.com/office/drawing/2014/main" id="{4C00FF74-622C-B7F4-39FA-0BA6C91AFD38}"/>
                  </a:ext>
                </a:extLst>
              </p:cNvPr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1020;p35">
                <a:extLst>
                  <a:ext uri="{FF2B5EF4-FFF2-40B4-BE49-F238E27FC236}">
                    <a16:creationId xmlns:a16="http://schemas.microsoft.com/office/drawing/2014/main" id="{25028A84-687E-F2E2-128E-FF3BB8975B4A}"/>
                  </a:ext>
                </a:extLst>
              </p:cNvPr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1021;p35">
                <a:extLst>
                  <a:ext uri="{FF2B5EF4-FFF2-40B4-BE49-F238E27FC236}">
                    <a16:creationId xmlns:a16="http://schemas.microsoft.com/office/drawing/2014/main" id="{0892C398-D679-5F4F-7AAA-38EC752681DF}"/>
                  </a:ext>
                </a:extLst>
              </p:cNvPr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1022;p35">
                <a:extLst>
                  <a:ext uri="{FF2B5EF4-FFF2-40B4-BE49-F238E27FC236}">
                    <a16:creationId xmlns:a16="http://schemas.microsoft.com/office/drawing/2014/main" id="{5D30EFBB-ADFC-E3F4-B57F-6C9975CB5808}"/>
                  </a:ext>
                </a:extLst>
              </p:cNvPr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1023;p35">
                <a:extLst>
                  <a:ext uri="{FF2B5EF4-FFF2-40B4-BE49-F238E27FC236}">
                    <a16:creationId xmlns:a16="http://schemas.microsoft.com/office/drawing/2014/main" id="{93DD4AFE-6006-1B14-5643-155A1B884AC7}"/>
                  </a:ext>
                </a:extLst>
              </p:cNvPr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1024;p35">
                <a:extLst>
                  <a:ext uri="{FF2B5EF4-FFF2-40B4-BE49-F238E27FC236}">
                    <a16:creationId xmlns:a16="http://schemas.microsoft.com/office/drawing/2014/main" id="{5A29A695-D9C0-F348-02D0-A6CF73C28C32}"/>
                  </a:ext>
                </a:extLst>
              </p:cNvPr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1025;p35">
                <a:extLst>
                  <a:ext uri="{FF2B5EF4-FFF2-40B4-BE49-F238E27FC236}">
                    <a16:creationId xmlns:a16="http://schemas.microsoft.com/office/drawing/2014/main" id="{E9A6C077-E5AB-132F-F022-9862BFDBD13F}"/>
                  </a:ext>
                </a:extLst>
              </p:cNvPr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1026;p35">
                <a:extLst>
                  <a:ext uri="{FF2B5EF4-FFF2-40B4-BE49-F238E27FC236}">
                    <a16:creationId xmlns:a16="http://schemas.microsoft.com/office/drawing/2014/main" id="{4EF05C3E-C66A-BF43-AA39-831DD01B803A}"/>
                  </a:ext>
                </a:extLst>
              </p:cNvPr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1027;p35">
                <a:extLst>
                  <a:ext uri="{FF2B5EF4-FFF2-40B4-BE49-F238E27FC236}">
                    <a16:creationId xmlns:a16="http://schemas.microsoft.com/office/drawing/2014/main" id="{38C867F2-3276-77BF-3574-AEAAA316E57B}"/>
                  </a:ext>
                </a:extLst>
              </p:cNvPr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1028;p35">
                <a:extLst>
                  <a:ext uri="{FF2B5EF4-FFF2-40B4-BE49-F238E27FC236}">
                    <a16:creationId xmlns:a16="http://schemas.microsoft.com/office/drawing/2014/main" id="{6CB8D1EC-5E54-D3FE-1339-68DA81A65832}"/>
                  </a:ext>
                </a:extLst>
              </p:cNvPr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1029;p35">
                <a:extLst>
                  <a:ext uri="{FF2B5EF4-FFF2-40B4-BE49-F238E27FC236}">
                    <a16:creationId xmlns:a16="http://schemas.microsoft.com/office/drawing/2014/main" id="{A51D3A86-D367-9B6C-58BF-5BD78CD877BB}"/>
                  </a:ext>
                </a:extLst>
              </p:cNvPr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" name="Google Shape;1030;p35">
              <a:extLst>
                <a:ext uri="{FF2B5EF4-FFF2-40B4-BE49-F238E27FC236}">
                  <a16:creationId xmlns:a16="http://schemas.microsoft.com/office/drawing/2014/main" id="{93F202F8-478C-0B18-90DA-2CC05937B4B9}"/>
                </a:ext>
              </a:extLst>
            </p:cNvPr>
            <p:cNvGrpSpPr/>
            <p:nvPr/>
          </p:nvGrpSpPr>
          <p:grpSpPr>
            <a:xfrm>
              <a:off x="7429496" y="661136"/>
              <a:ext cx="928597" cy="953998"/>
              <a:chOff x="777043" y="2258113"/>
              <a:chExt cx="819663" cy="842085"/>
            </a:xfrm>
          </p:grpSpPr>
          <p:sp>
            <p:nvSpPr>
              <p:cNvPr id="27" name="Google Shape;1031;p35">
                <a:extLst>
                  <a:ext uri="{FF2B5EF4-FFF2-40B4-BE49-F238E27FC236}">
                    <a16:creationId xmlns:a16="http://schemas.microsoft.com/office/drawing/2014/main" id="{39CE9D45-DAEC-BB2F-07F0-F4288328DA3A}"/>
                  </a:ext>
                </a:extLst>
              </p:cNvPr>
              <p:cNvSpPr/>
              <p:nvPr/>
            </p:nvSpPr>
            <p:spPr>
              <a:xfrm>
                <a:off x="1263102" y="2750450"/>
                <a:ext cx="79814" cy="83402"/>
              </a:xfrm>
              <a:custGeom>
                <a:avLst/>
                <a:gdLst/>
                <a:ahLst/>
                <a:cxnLst/>
                <a:rect l="l" t="t" r="r" b="b"/>
                <a:pathLst>
                  <a:path w="89" h="93" extrusionOk="0">
                    <a:moveTo>
                      <a:pt x="0" y="0"/>
                    </a:moveTo>
                    <a:lnTo>
                      <a:pt x="89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8" name="Google Shape;1032;p35">
                <a:extLst>
                  <a:ext uri="{FF2B5EF4-FFF2-40B4-BE49-F238E27FC236}">
                    <a16:creationId xmlns:a16="http://schemas.microsoft.com/office/drawing/2014/main" id="{416B382D-7CF0-8298-96B5-5B87666E4145}"/>
                  </a:ext>
                </a:extLst>
              </p:cNvPr>
              <p:cNvCxnSpPr/>
              <p:nvPr/>
            </p:nvCxnSpPr>
            <p:spPr>
              <a:xfrm>
                <a:off x="1263102" y="2750450"/>
                <a:ext cx="79800" cy="831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29" name="Google Shape;1033;p35">
                <a:extLst>
                  <a:ext uri="{FF2B5EF4-FFF2-40B4-BE49-F238E27FC236}">
                    <a16:creationId xmlns:a16="http://schemas.microsoft.com/office/drawing/2014/main" id="{AF13DED2-025B-4085-A259-6CA93817B889}"/>
                  </a:ext>
                </a:extLst>
              </p:cNvPr>
              <p:cNvSpPr/>
              <p:nvPr/>
            </p:nvSpPr>
            <p:spPr>
              <a:xfrm>
                <a:off x="1247856" y="2735204"/>
                <a:ext cx="111202" cy="112996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26" extrusionOk="0">
                    <a:moveTo>
                      <a:pt x="89" y="126"/>
                    </a:moveTo>
                    <a:lnTo>
                      <a:pt x="124" y="93"/>
                    </a:lnTo>
                    <a:lnTo>
                      <a:pt x="36" y="0"/>
                    </a:lnTo>
                    <a:lnTo>
                      <a:pt x="0" y="33"/>
                    </a:lnTo>
                    <a:lnTo>
                      <a:pt x="89" y="1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1034;p35">
                <a:extLst>
                  <a:ext uri="{FF2B5EF4-FFF2-40B4-BE49-F238E27FC236}">
                    <a16:creationId xmlns:a16="http://schemas.microsoft.com/office/drawing/2014/main" id="{F60E143B-E417-A158-0C13-9BFEEECED140}"/>
                  </a:ext>
                </a:extLst>
              </p:cNvPr>
              <p:cNvSpPr/>
              <p:nvPr/>
            </p:nvSpPr>
            <p:spPr>
              <a:xfrm>
                <a:off x="1302560" y="2791702"/>
                <a:ext cx="294146" cy="308496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76" extrusionOk="0">
                    <a:moveTo>
                      <a:pt x="358" y="296"/>
                    </a:moveTo>
                    <a:cubicBezTo>
                      <a:pt x="359" y="306"/>
                      <a:pt x="355" y="316"/>
                      <a:pt x="347" y="323"/>
                    </a:cubicBezTo>
                    <a:cubicBezTo>
                      <a:pt x="321" y="348"/>
                      <a:pt x="321" y="348"/>
                      <a:pt x="321" y="348"/>
                    </a:cubicBezTo>
                    <a:cubicBezTo>
                      <a:pt x="307" y="361"/>
                      <a:pt x="307" y="361"/>
                      <a:pt x="307" y="361"/>
                    </a:cubicBezTo>
                    <a:cubicBezTo>
                      <a:pt x="292" y="376"/>
                      <a:pt x="268" y="375"/>
                      <a:pt x="254" y="359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93" y="3"/>
                      <a:pt x="93" y="3"/>
                      <a:pt x="93" y="3"/>
                    </a:cubicBezTo>
                    <a:cubicBezTo>
                      <a:pt x="347" y="269"/>
                      <a:pt x="347" y="269"/>
                      <a:pt x="347" y="269"/>
                    </a:cubicBezTo>
                    <a:cubicBezTo>
                      <a:pt x="355" y="277"/>
                      <a:pt x="358" y="287"/>
                      <a:pt x="358" y="296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1035;p35">
                <a:extLst>
                  <a:ext uri="{FF2B5EF4-FFF2-40B4-BE49-F238E27FC236}">
                    <a16:creationId xmlns:a16="http://schemas.microsoft.com/office/drawing/2014/main" id="{55B8663A-C5B7-9977-A946-537C069BE99B}"/>
                  </a:ext>
                </a:extLst>
              </p:cNvPr>
              <p:cNvSpPr/>
              <p:nvPr/>
            </p:nvSpPr>
            <p:spPr>
              <a:xfrm>
                <a:off x="1302560" y="2867033"/>
                <a:ext cx="293250" cy="228681"/>
              </a:xfrm>
              <a:custGeom>
                <a:avLst/>
                <a:gdLst/>
                <a:ahLst/>
                <a:cxnLst/>
                <a:rect l="l" t="t" r="r" b="b"/>
                <a:pathLst>
                  <a:path w="358" h="279" extrusionOk="0">
                    <a:moveTo>
                      <a:pt x="0" y="0"/>
                    </a:moveTo>
                    <a:cubicBezTo>
                      <a:pt x="254" y="267"/>
                      <a:pt x="254" y="267"/>
                      <a:pt x="254" y="267"/>
                    </a:cubicBezTo>
                    <a:cubicBezTo>
                      <a:pt x="261" y="275"/>
                      <a:pt x="272" y="279"/>
                      <a:pt x="282" y="279"/>
                    </a:cubicBezTo>
                    <a:cubicBezTo>
                      <a:pt x="291" y="279"/>
                      <a:pt x="300" y="276"/>
                      <a:pt x="307" y="269"/>
                    </a:cubicBezTo>
                    <a:cubicBezTo>
                      <a:pt x="321" y="256"/>
                      <a:pt x="321" y="256"/>
                      <a:pt x="321" y="256"/>
                    </a:cubicBezTo>
                    <a:cubicBezTo>
                      <a:pt x="347" y="231"/>
                      <a:pt x="347" y="231"/>
                      <a:pt x="347" y="231"/>
                    </a:cubicBezTo>
                    <a:cubicBezTo>
                      <a:pt x="355" y="224"/>
                      <a:pt x="358" y="214"/>
                      <a:pt x="358" y="205"/>
                    </a:cubicBezTo>
                    <a:cubicBezTo>
                      <a:pt x="358" y="205"/>
                      <a:pt x="358" y="204"/>
                      <a:pt x="358" y="204"/>
                    </a:cubicBezTo>
                    <a:cubicBezTo>
                      <a:pt x="358" y="204"/>
                      <a:pt x="358" y="204"/>
                      <a:pt x="358" y="20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1036;p35">
                <a:extLst>
                  <a:ext uri="{FF2B5EF4-FFF2-40B4-BE49-F238E27FC236}">
                    <a16:creationId xmlns:a16="http://schemas.microsoft.com/office/drawing/2014/main" id="{877C3BA6-8D50-541B-841A-296BDABD3265}"/>
                  </a:ext>
                </a:extLst>
              </p:cNvPr>
              <p:cNvSpPr/>
              <p:nvPr/>
            </p:nvSpPr>
            <p:spPr>
              <a:xfrm>
                <a:off x="845199" y="2327166"/>
                <a:ext cx="483367" cy="481576"/>
              </a:xfrm>
              <a:custGeom>
                <a:avLst/>
                <a:gdLst/>
                <a:ahLst/>
                <a:cxnLst/>
                <a:rect l="l" t="t" r="r" b="b"/>
                <a:pathLst>
                  <a:path w="589" h="588" extrusionOk="0">
                    <a:moveTo>
                      <a:pt x="295" y="0"/>
                    </a:moveTo>
                    <a:cubicBezTo>
                      <a:pt x="293" y="0"/>
                      <a:pt x="291" y="0"/>
                      <a:pt x="290" y="0"/>
                    </a:cubicBezTo>
                    <a:cubicBezTo>
                      <a:pt x="129" y="2"/>
                      <a:pt x="0" y="133"/>
                      <a:pt x="0" y="294"/>
                    </a:cubicBezTo>
                    <a:cubicBezTo>
                      <a:pt x="0" y="334"/>
                      <a:pt x="8" y="373"/>
                      <a:pt x="23" y="408"/>
                    </a:cubicBezTo>
                    <a:cubicBezTo>
                      <a:pt x="37" y="441"/>
                      <a:pt x="56" y="471"/>
                      <a:pt x="81" y="496"/>
                    </a:cubicBezTo>
                    <a:cubicBezTo>
                      <a:pt x="97" y="513"/>
                      <a:pt x="115" y="528"/>
                      <a:pt x="134" y="541"/>
                    </a:cubicBezTo>
                    <a:cubicBezTo>
                      <a:pt x="180" y="571"/>
                      <a:pt x="235" y="588"/>
                      <a:pt x="295" y="588"/>
                    </a:cubicBezTo>
                    <a:cubicBezTo>
                      <a:pt x="309" y="588"/>
                      <a:pt x="323" y="587"/>
                      <a:pt x="337" y="585"/>
                    </a:cubicBezTo>
                    <a:cubicBezTo>
                      <a:pt x="479" y="565"/>
                      <a:pt x="589" y="442"/>
                      <a:pt x="589" y="294"/>
                    </a:cubicBezTo>
                    <a:cubicBezTo>
                      <a:pt x="589" y="267"/>
                      <a:pt x="585" y="241"/>
                      <a:pt x="578" y="216"/>
                    </a:cubicBezTo>
                    <a:cubicBezTo>
                      <a:pt x="559" y="146"/>
                      <a:pt x="515" y="87"/>
                      <a:pt x="457" y="48"/>
                    </a:cubicBezTo>
                    <a:cubicBezTo>
                      <a:pt x="437" y="35"/>
                      <a:pt x="416" y="25"/>
                      <a:pt x="394" y="17"/>
                    </a:cubicBezTo>
                    <a:cubicBezTo>
                      <a:pt x="363" y="6"/>
                      <a:pt x="330" y="0"/>
                      <a:pt x="295" y="0"/>
                    </a:cubicBezTo>
                  </a:path>
                </a:pathLst>
              </a:custGeom>
              <a:solidFill>
                <a:srgbClr val="FDFDFD">
                  <a:alpha val="3037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1037;p35">
                <a:extLst>
                  <a:ext uri="{FF2B5EF4-FFF2-40B4-BE49-F238E27FC236}">
                    <a16:creationId xmlns:a16="http://schemas.microsoft.com/office/drawing/2014/main" id="{EC4628D1-F21E-FAAB-7C05-532AE1CFEDA9}"/>
                  </a:ext>
                </a:extLst>
              </p:cNvPr>
              <p:cNvSpPr/>
              <p:nvPr/>
            </p:nvSpPr>
            <p:spPr>
              <a:xfrm>
                <a:off x="955503" y="2366625"/>
                <a:ext cx="364096" cy="442117"/>
              </a:xfrm>
              <a:custGeom>
                <a:avLst/>
                <a:gdLst/>
                <a:ahLst/>
                <a:cxnLst/>
                <a:rect l="l" t="t" r="r" b="b"/>
                <a:pathLst>
                  <a:path w="444" h="540" extrusionOk="0">
                    <a:moveTo>
                      <a:pt x="444" y="168"/>
                    </a:moveTo>
                    <a:cubicBezTo>
                      <a:pt x="203" y="537"/>
                      <a:pt x="203" y="537"/>
                      <a:pt x="203" y="537"/>
                    </a:cubicBezTo>
                    <a:cubicBezTo>
                      <a:pt x="189" y="539"/>
                      <a:pt x="175" y="540"/>
                      <a:pt x="161" y="540"/>
                    </a:cubicBezTo>
                    <a:cubicBezTo>
                      <a:pt x="101" y="540"/>
                      <a:pt x="46" y="523"/>
                      <a:pt x="0" y="493"/>
                    </a:cubicBezTo>
                    <a:cubicBezTo>
                      <a:pt x="323" y="0"/>
                      <a:pt x="323" y="0"/>
                      <a:pt x="323" y="0"/>
                    </a:cubicBezTo>
                    <a:cubicBezTo>
                      <a:pt x="381" y="39"/>
                      <a:pt x="425" y="98"/>
                      <a:pt x="444" y="1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1038;p35">
                <a:extLst>
                  <a:ext uri="{FF2B5EF4-FFF2-40B4-BE49-F238E27FC236}">
                    <a16:creationId xmlns:a16="http://schemas.microsoft.com/office/drawing/2014/main" id="{336FBB32-C012-95FF-3CE5-41CE1F2909EE}"/>
                  </a:ext>
                </a:extLst>
              </p:cNvPr>
              <p:cNvSpPr/>
              <p:nvPr/>
            </p:nvSpPr>
            <p:spPr>
              <a:xfrm>
                <a:off x="864031" y="2327166"/>
                <a:ext cx="304011" cy="406246"/>
              </a:xfrm>
              <a:custGeom>
                <a:avLst/>
                <a:gdLst/>
                <a:ahLst/>
                <a:cxnLst/>
                <a:rect l="l" t="t" r="r" b="b"/>
                <a:pathLst>
                  <a:path w="371" h="496" extrusionOk="0">
                    <a:moveTo>
                      <a:pt x="371" y="17"/>
                    </a:moveTo>
                    <a:cubicBezTo>
                      <a:pt x="58" y="496"/>
                      <a:pt x="58" y="496"/>
                      <a:pt x="58" y="496"/>
                    </a:cubicBezTo>
                    <a:cubicBezTo>
                      <a:pt x="33" y="471"/>
                      <a:pt x="14" y="441"/>
                      <a:pt x="0" y="408"/>
                    </a:cubicBezTo>
                    <a:cubicBezTo>
                      <a:pt x="267" y="0"/>
                      <a:pt x="267" y="0"/>
                      <a:pt x="267" y="0"/>
                    </a:cubicBezTo>
                    <a:cubicBezTo>
                      <a:pt x="268" y="0"/>
                      <a:pt x="270" y="0"/>
                      <a:pt x="272" y="0"/>
                    </a:cubicBezTo>
                    <a:cubicBezTo>
                      <a:pt x="307" y="0"/>
                      <a:pt x="340" y="6"/>
                      <a:pt x="371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1039;p35">
                <a:extLst>
                  <a:ext uri="{FF2B5EF4-FFF2-40B4-BE49-F238E27FC236}">
                    <a16:creationId xmlns:a16="http://schemas.microsoft.com/office/drawing/2014/main" id="{AEABD6B1-E935-8A25-785C-A4A4D2554F81}"/>
                  </a:ext>
                </a:extLst>
              </p:cNvPr>
              <p:cNvSpPr/>
              <p:nvPr/>
            </p:nvSpPr>
            <p:spPr>
              <a:xfrm>
                <a:off x="777043" y="2258113"/>
                <a:ext cx="618783" cy="618783"/>
              </a:xfrm>
              <a:custGeom>
                <a:avLst/>
                <a:gdLst/>
                <a:ahLst/>
                <a:cxnLst/>
                <a:rect l="l" t="t" r="r" b="b"/>
                <a:pathLst>
                  <a:path w="755" h="755" extrusionOk="0">
                    <a:moveTo>
                      <a:pt x="246" y="683"/>
                    </a:moveTo>
                    <a:cubicBezTo>
                      <a:pt x="414" y="755"/>
                      <a:pt x="609" y="678"/>
                      <a:pt x="682" y="510"/>
                    </a:cubicBezTo>
                    <a:cubicBezTo>
                      <a:pt x="755" y="342"/>
                      <a:pt x="678" y="146"/>
                      <a:pt x="509" y="73"/>
                    </a:cubicBezTo>
                    <a:cubicBezTo>
                      <a:pt x="341" y="0"/>
                      <a:pt x="146" y="78"/>
                      <a:pt x="73" y="246"/>
                    </a:cubicBezTo>
                    <a:cubicBezTo>
                      <a:pt x="0" y="414"/>
                      <a:pt x="77" y="610"/>
                      <a:pt x="246" y="683"/>
                    </a:cubicBezTo>
                    <a:close/>
                    <a:moveTo>
                      <a:pt x="626" y="485"/>
                    </a:moveTo>
                    <a:cubicBezTo>
                      <a:pt x="566" y="622"/>
                      <a:pt x="407" y="685"/>
                      <a:pt x="270" y="626"/>
                    </a:cubicBezTo>
                    <a:cubicBezTo>
                      <a:pt x="133" y="567"/>
                      <a:pt x="70" y="407"/>
                      <a:pt x="129" y="271"/>
                    </a:cubicBezTo>
                    <a:cubicBezTo>
                      <a:pt x="189" y="134"/>
                      <a:pt x="348" y="71"/>
                      <a:pt x="485" y="130"/>
                    </a:cubicBezTo>
                    <a:cubicBezTo>
                      <a:pt x="622" y="189"/>
                      <a:pt x="685" y="349"/>
                      <a:pt x="626" y="48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" name="Google Shape;1040;p35">
              <a:extLst>
                <a:ext uri="{FF2B5EF4-FFF2-40B4-BE49-F238E27FC236}">
                  <a16:creationId xmlns:a16="http://schemas.microsoft.com/office/drawing/2014/main" id="{F91FC18C-E0C8-7957-2117-5293958EC6EF}"/>
                </a:ext>
              </a:extLst>
            </p:cNvPr>
            <p:cNvSpPr/>
            <p:nvPr/>
          </p:nvSpPr>
          <p:spPr>
            <a:xfrm>
              <a:off x="6775158" y="290718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041;p35">
              <a:extLst>
                <a:ext uri="{FF2B5EF4-FFF2-40B4-BE49-F238E27FC236}">
                  <a16:creationId xmlns:a16="http://schemas.microsoft.com/office/drawing/2014/main" id="{F21BFA5B-0E10-3D32-62BC-B7001E6AF492}"/>
                </a:ext>
              </a:extLst>
            </p:cNvPr>
            <p:cNvSpPr/>
            <p:nvPr/>
          </p:nvSpPr>
          <p:spPr>
            <a:xfrm>
              <a:off x="8466784" y="1008263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" name="Google Shape;1042;p35">
              <a:extLst>
                <a:ext uri="{FF2B5EF4-FFF2-40B4-BE49-F238E27FC236}">
                  <a16:creationId xmlns:a16="http://schemas.microsoft.com/office/drawing/2014/main" id="{177370F5-6203-010B-E76C-7BFB41F3D8E0}"/>
                </a:ext>
              </a:extLst>
            </p:cNvPr>
            <p:cNvGrpSpPr/>
            <p:nvPr/>
          </p:nvGrpSpPr>
          <p:grpSpPr>
            <a:xfrm>
              <a:off x="5755594" y="2823602"/>
              <a:ext cx="415198" cy="415198"/>
              <a:chOff x="1404969" y="1106377"/>
              <a:chExt cx="415198" cy="415198"/>
            </a:xfrm>
          </p:grpSpPr>
          <p:sp>
            <p:nvSpPr>
              <p:cNvPr id="25" name="Google Shape;1043;p35">
                <a:extLst>
                  <a:ext uri="{FF2B5EF4-FFF2-40B4-BE49-F238E27FC236}">
                    <a16:creationId xmlns:a16="http://schemas.microsoft.com/office/drawing/2014/main" id="{30BBE7C6-D64C-956F-6070-0C98070430FE}"/>
                  </a:ext>
                </a:extLst>
              </p:cNvPr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1044;p35">
                <a:extLst>
                  <a:ext uri="{FF2B5EF4-FFF2-40B4-BE49-F238E27FC236}">
                    <a16:creationId xmlns:a16="http://schemas.microsoft.com/office/drawing/2014/main" id="{32FE5F39-7892-DFD4-FAD3-A0E49D8D4851}"/>
                  </a:ext>
                </a:extLst>
              </p:cNvPr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" name="Google Shape;1045;p35">
              <a:extLst>
                <a:ext uri="{FF2B5EF4-FFF2-40B4-BE49-F238E27FC236}">
                  <a16:creationId xmlns:a16="http://schemas.microsoft.com/office/drawing/2014/main" id="{B2E6CDF0-2CAF-B2B9-EA42-B618C35F507B}"/>
                </a:ext>
              </a:extLst>
            </p:cNvPr>
            <p:cNvGrpSpPr/>
            <p:nvPr/>
          </p:nvGrpSpPr>
          <p:grpSpPr>
            <a:xfrm>
              <a:off x="6293473" y="2569111"/>
              <a:ext cx="653332" cy="924225"/>
              <a:chOff x="6000261" y="1225220"/>
              <a:chExt cx="627600" cy="887824"/>
            </a:xfrm>
          </p:grpSpPr>
          <p:sp>
            <p:nvSpPr>
              <p:cNvPr id="12" name="Google Shape;1046;p35">
                <a:extLst>
                  <a:ext uri="{FF2B5EF4-FFF2-40B4-BE49-F238E27FC236}">
                    <a16:creationId xmlns:a16="http://schemas.microsoft.com/office/drawing/2014/main" id="{2B114711-BAC1-C6AC-0AC4-B910C8A1ADC0}"/>
                  </a:ext>
                </a:extLst>
              </p:cNvPr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047;p35">
                <a:extLst>
                  <a:ext uri="{FF2B5EF4-FFF2-40B4-BE49-F238E27FC236}">
                    <a16:creationId xmlns:a16="http://schemas.microsoft.com/office/drawing/2014/main" id="{83804E8D-1C1E-F833-78D2-A4A9DF69E21C}"/>
                  </a:ext>
                </a:extLst>
              </p:cNvPr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1048;p35">
                <a:extLst>
                  <a:ext uri="{FF2B5EF4-FFF2-40B4-BE49-F238E27FC236}">
                    <a16:creationId xmlns:a16="http://schemas.microsoft.com/office/drawing/2014/main" id="{436C71AB-4F24-4C8A-F9ED-9FBC1AB8E6CE}"/>
                  </a:ext>
                </a:extLst>
              </p:cNvPr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049;p35">
                <a:extLst>
                  <a:ext uri="{FF2B5EF4-FFF2-40B4-BE49-F238E27FC236}">
                    <a16:creationId xmlns:a16="http://schemas.microsoft.com/office/drawing/2014/main" id="{DE160242-0A7C-6BEB-A123-5B304E34831B}"/>
                  </a:ext>
                </a:extLst>
              </p:cNvPr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050;p35">
                <a:extLst>
                  <a:ext uri="{FF2B5EF4-FFF2-40B4-BE49-F238E27FC236}">
                    <a16:creationId xmlns:a16="http://schemas.microsoft.com/office/drawing/2014/main" id="{BD7D0597-A478-3D90-BC1B-C5DBA9AF09A7}"/>
                  </a:ext>
                </a:extLst>
              </p:cNvPr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1051;p35">
                <a:extLst>
                  <a:ext uri="{FF2B5EF4-FFF2-40B4-BE49-F238E27FC236}">
                    <a16:creationId xmlns:a16="http://schemas.microsoft.com/office/drawing/2014/main" id="{E7789534-362E-A9FF-70DF-882921ECCA07}"/>
                  </a:ext>
                </a:extLst>
              </p:cNvPr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052;p35">
                <a:extLst>
                  <a:ext uri="{FF2B5EF4-FFF2-40B4-BE49-F238E27FC236}">
                    <a16:creationId xmlns:a16="http://schemas.microsoft.com/office/drawing/2014/main" id="{A43BB9B8-A685-B514-8A9D-D114F59F4029}"/>
                  </a:ext>
                </a:extLst>
              </p:cNvPr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053;p35">
                <a:extLst>
                  <a:ext uri="{FF2B5EF4-FFF2-40B4-BE49-F238E27FC236}">
                    <a16:creationId xmlns:a16="http://schemas.microsoft.com/office/drawing/2014/main" id="{AE88ED52-FDC4-A7CA-B476-C4A463DDC97E}"/>
                  </a:ext>
                </a:extLst>
              </p:cNvPr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1054;p35">
                <a:extLst>
                  <a:ext uri="{FF2B5EF4-FFF2-40B4-BE49-F238E27FC236}">
                    <a16:creationId xmlns:a16="http://schemas.microsoft.com/office/drawing/2014/main" id="{3ECE3ADC-5A67-09FD-145D-F457B7D11764}"/>
                  </a:ext>
                </a:extLst>
              </p:cNvPr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1055;p35">
                <a:extLst>
                  <a:ext uri="{FF2B5EF4-FFF2-40B4-BE49-F238E27FC236}">
                    <a16:creationId xmlns:a16="http://schemas.microsoft.com/office/drawing/2014/main" id="{981AE498-E016-0181-38AE-004A54BA809F}"/>
                  </a:ext>
                </a:extLst>
              </p:cNvPr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1056;p35">
                <a:extLst>
                  <a:ext uri="{FF2B5EF4-FFF2-40B4-BE49-F238E27FC236}">
                    <a16:creationId xmlns:a16="http://schemas.microsoft.com/office/drawing/2014/main" id="{23725B0A-54E4-AC34-4B60-29CD60BA9E0C}"/>
                  </a:ext>
                </a:extLst>
              </p:cNvPr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1057;p35">
                <a:extLst>
                  <a:ext uri="{FF2B5EF4-FFF2-40B4-BE49-F238E27FC236}">
                    <a16:creationId xmlns:a16="http://schemas.microsoft.com/office/drawing/2014/main" id="{C217D691-3451-4351-E568-3AA54DC95E5C}"/>
                  </a:ext>
                </a:extLst>
              </p:cNvPr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1058;p35">
                <a:extLst>
                  <a:ext uri="{FF2B5EF4-FFF2-40B4-BE49-F238E27FC236}">
                    <a16:creationId xmlns:a16="http://schemas.microsoft.com/office/drawing/2014/main" id="{AD5D230F-D356-E991-E15F-D8F71AD1A95B}"/>
                  </a:ext>
                </a:extLst>
              </p:cNvPr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28931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BB72E-00D2-934B-2679-771E45C8E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Marketing Performance KPIs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9B3726-4FBE-E125-5EDF-43E19FFA02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84" r="848" b="7476"/>
          <a:stretch>
            <a:fillRect/>
          </a:stretch>
        </p:blipFill>
        <p:spPr>
          <a:xfrm>
            <a:off x="720000" y="1253359"/>
            <a:ext cx="7704000" cy="17870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968F71-B5F0-B182-1800-C57E6AA07604}"/>
              </a:ext>
            </a:extLst>
          </p:cNvPr>
          <p:cNvSpPr txBox="1"/>
          <p:nvPr/>
        </p:nvSpPr>
        <p:spPr>
          <a:xfrm>
            <a:off x="153409" y="3414748"/>
            <a:ext cx="77776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The platform recorded </a:t>
            </a: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62K total users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57K new users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, indicating a strong acquisition performance, especially from new user growth.</a:t>
            </a:r>
          </a:p>
          <a:p>
            <a:pPr>
              <a:buClr>
                <a:schemeClr val="tx2"/>
              </a:buClr>
            </a:pP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An </a:t>
            </a: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engagement rate of 41.5%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with an </a:t>
            </a: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average engagement time of 7.59 seconds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shows users are actively interacting with the content.</a:t>
            </a:r>
          </a:p>
          <a:p>
            <a:pPr>
              <a:buClr>
                <a:schemeClr val="tx2"/>
              </a:buClr>
            </a:pP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Total key events (~15K)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revenue of $5.07K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reflect moderate conversion effectiveness, while a </a:t>
            </a: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retention rate of 18%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highlights room to strengthen user loyalty.</a:t>
            </a:r>
          </a:p>
        </p:txBody>
      </p:sp>
    </p:spTree>
    <p:extLst>
      <p:ext uri="{BB962C8B-B14F-4D97-AF65-F5344CB8AC3E}">
        <p14:creationId xmlns:p14="http://schemas.microsoft.com/office/powerpoint/2010/main" val="1417110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1069;p36">
            <a:extLst>
              <a:ext uri="{FF2B5EF4-FFF2-40B4-BE49-F238E27FC236}">
                <a16:creationId xmlns:a16="http://schemas.microsoft.com/office/drawing/2014/main" id="{BCA33FA8-1319-52A2-0E43-BE88C849A71B}"/>
              </a:ext>
            </a:extLst>
          </p:cNvPr>
          <p:cNvGrpSpPr/>
          <p:nvPr/>
        </p:nvGrpSpPr>
        <p:grpSpPr>
          <a:xfrm rot="6430980">
            <a:off x="-793898" y="-600949"/>
            <a:ext cx="1698157" cy="1359553"/>
            <a:chOff x="6107011" y="-1260420"/>
            <a:chExt cx="3381355" cy="2773074"/>
          </a:xfrm>
        </p:grpSpPr>
        <p:sp>
          <p:nvSpPr>
            <p:cNvPr id="10" name="Google Shape;1070;p36">
              <a:extLst>
                <a:ext uri="{FF2B5EF4-FFF2-40B4-BE49-F238E27FC236}">
                  <a16:creationId xmlns:a16="http://schemas.microsoft.com/office/drawing/2014/main" id="{6680EB04-06D3-B8CF-F89D-84049B38753D}"/>
                </a:ext>
              </a:extLst>
            </p:cNvPr>
            <p:cNvSpPr/>
            <p:nvPr/>
          </p:nvSpPr>
          <p:spPr>
            <a:xfrm rot="13293511">
              <a:off x="6107011" y="-1260420"/>
              <a:ext cx="3381355" cy="277307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30379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073;p36">
              <a:extLst>
                <a:ext uri="{FF2B5EF4-FFF2-40B4-BE49-F238E27FC236}">
                  <a16:creationId xmlns:a16="http://schemas.microsoft.com/office/drawing/2014/main" id="{A9139EDA-F70F-6A90-9766-CC5E17B1DB58}"/>
                </a:ext>
              </a:extLst>
            </p:cNvPr>
            <p:cNvSpPr/>
            <p:nvPr/>
          </p:nvSpPr>
          <p:spPr>
            <a:xfrm>
              <a:off x="8485552" y="-549335"/>
              <a:ext cx="304222" cy="299440"/>
            </a:xfrm>
            <a:custGeom>
              <a:avLst/>
              <a:gdLst/>
              <a:ahLst/>
              <a:cxnLst/>
              <a:rect l="l" t="t" r="r" b="b"/>
              <a:pathLst>
                <a:path w="348" h="343" extrusionOk="0">
                  <a:moveTo>
                    <a:pt x="298" y="293"/>
                  </a:moveTo>
                  <a:cubicBezTo>
                    <a:pt x="311" y="280"/>
                    <a:pt x="321" y="265"/>
                    <a:pt x="330" y="248"/>
                  </a:cubicBezTo>
                  <a:cubicBezTo>
                    <a:pt x="330" y="248"/>
                    <a:pt x="330" y="248"/>
                    <a:pt x="330" y="248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310" y="221"/>
                    <a:pt x="315" y="206"/>
                    <a:pt x="317" y="192"/>
                  </a:cubicBezTo>
                  <a:cubicBezTo>
                    <a:pt x="346" y="196"/>
                    <a:pt x="346" y="196"/>
                    <a:pt x="346" y="196"/>
                  </a:cubicBezTo>
                  <a:cubicBezTo>
                    <a:pt x="348" y="178"/>
                    <a:pt x="348" y="160"/>
                    <a:pt x="345" y="142"/>
                  </a:cubicBezTo>
                  <a:cubicBezTo>
                    <a:pt x="316" y="147"/>
                    <a:pt x="316" y="147"/>
                    <a:pt x="316" y="147"/>
                  </a:cubicBezTo>
                  <a:cubicBezTo>
                    <a:pt x="313" y="132"/>
                    <a:pt x="308" y="118"/>
                    <a:pt x="301" y="104"/>
                  </a:cubicBezTo>
                  <a:cubicBezTo>
                    <a:pt x="327" y="90"/>
                    <a:pt x="327" y="90"/>
                    <a:pt x="327" y="90"/>
                  </a:cubicBezTo>
                  <a:cubicBezTo>
                    <a:pt x="318" y="74"/>
                    <a:pt x="307" y="60"/>
                    <a:pt x="294" y="47"/>
                  </a:cubicBezTo>
                  <a:cubicBezTo>
                    <a:pt x="274" y="68"/>
                    <a:pt x="274" y="68"/>
                    <a:pt x="274" y="68"/>
                  </a:cubicBezTo>
                  <a:cubicBezTo>
                    <a:pt x="264" y="58"/>
                    <a:pt x="251" y="49"/>
                    <a:pt x="238" y="42"/>
                  </a:cubicBezTo>
                  <a:cubicBezTo>
                    <a:pt x="237" y="42"/>
                    <a:pt x="237" y="42"/>
                    <a:pt x="237" y="42"/>
                  </a:cubicBezTo>
                  <a:cubicBezTo>
                    <a:pt x="250" y="16"/>
                    <a:pt x="250" y="16"/>
                    <a:pt x="250" y="16"/>
                  </a:cubicBezTo>
                  <a:cubicBezTo>
                    <a:pt x="234" y="8"/>
                    <a:pt x="216" y="3"/>
                    <a:pt x="198" y="0"/>
                  </a:cubicBezTo>
                  <a:cubicBezTo>
                    <a:pt x="194" y="29"/>
                    <a:pt x="194" y="29"/>
                    <a:pt x="194" y="29"/>
                  </a:cubicBezTo>
                  <a:cubicBezTo>
                    <a:pt x="179" y="27"/>
                    <a:pt x="164" y="27"/>
                    <a:pt x="149" y="30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26" y="4"/>
                    <a:pt x="109" y="10"/>
                    <a:pt x="93" y="19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93" y="52"/>
                    <a:pt x="81" y="61"/>
                    <a:pt x="70" y="72"/>
                  </a:cubicBezTo>
                  <a:cubicBezTo>
                    <a:pt x="49" y="51"/>
                    <a:pt x="49" y="51"/>
                    <a:pt x="49" y="51"/>
                  </a:cubicBezTo>
                  <a:cubicBezTo>
                    <a:pt x="37" y="64"/>
                    <a:pt x="26" y="79"/>
                    <a:pt x="18" y="96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38" y="122"/>
                    <a:pt x="33" y="137"/>
                    <a:pt x="31" y="152"/>
                  </a:cubicBezTo>
                  <a:cubicBezTo>
                    <a:pt x="2" y="148"/>
                    <a:pt x="2" y="148"/>
                    <a:pt x="2" y="148"/>
                  </a:cubicBezTo>
                  <a:cubicBezTo>
                    <a:pt x="0" y="166"/>
                    <a:pt x="0" y="184"/>
                    <a:pt x="3" y="202"/>
                  </a:cubicBezTo>
                  <a:cubicBezTo>
                    <a:pt x="32" y="197"/>
                    <a:pt x="32" y="197"/>
                    <a:pt x="32" y="197"/>
                  </a:cubicBezTo>
                  <a:cubicBezTo>
                    <a:pt x="35" y="212"/>
                    <a:pt x="40" y="226"/>
                    <a:pt x="47" y="239"/>
                  </a:cubicBezTo>
                  <a:cubicBezTo>
                    <a:pt x="21" y="253"/>
                    <a:pt x="21" y="253"/>
                    <a:pt x="21" y="253"/>
                  </a:cubicBezTo>
                  <a:cubicBezTo>
                    <a:pt x="29" y="269"/>
                    <a:pt x="40" y="284"/>
                    <a:pt x="53" y="296"/>
                  </a:cubicBezTo>
                  <a:cubicBezTo>
                    <a:pt x="74" y="275"/>
                    <a:pt x="74" y="275"/>
                    <a:pt x="74" y="275"/>
                  </a:cubicBezTo>
                  <a:cubicBezTo>
                    <a:pt x="84" y="286"/>
                    <a:pt x="97" y="295"/>
                    <a:pt x="110" y="301"/>
                  </a:cubicBezTo>
                  <a:cubicBezTo>
                    <a:pt x="111" y="301"/>
                    <a:pt x="111" y="301"/>
                    <a:pt x="111" y="301"/>
                  </a:cubicBezTo>
                  <a:cubicBezTo>
                    <a:pt x="98" y="328"/>
                    <a:pt x="98" y="328"/>
                    <a:pt x="98" y="328"/>
                  </a:cubicBezTo>
                  <a:cubicBezTo>
                    <a:pt x="114" y="336"/>
                    <a:pt x="132" y="341"/>
                    <a:pt x="150" y="343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69" y="317"/>
                    <a:pt x="184" y="316"/>
                    <a:pt x="199" y="314"/>
                  </a:cubicBezTo>
                  <a:cubicBezTo>
                    <a:pt x="204" y="343"/>
                    <a:pt x="204" y="343"/>
                    <a:pt x="204" y="343"/>
                  </a:cubicBezTo>
                  <a:cubicBezTo>
                    <a:pt x="222" y="339"/>
                    <a:pt x="239" y="334"/>
                    <a:pt x="255" y="325"/>
                  </a:cubicBezTo>
                  <a:cubicBezTo>
                    <a:pt x="241" y="299"/>
                    <a:pt x="241" y="299"/>
                    <a:pt x="241" y="299"/>
                  </a:cubicBezTo>
                  <a:cubicBezTo>
                    <a:pt x="255" y="292"/>
                    <a:pt x="267" y="283"/>
                    <a:pt x="277" y="272"/>
                  </a:cubicBezTo>
                  <a:lnTo>
                    <a:pt x="298" y="293"/>
                  </a:lnTo>
                  <a:close/>
                  <a:moveTo>
                    <a:pt x="140" y="240"/>
                  </a:moveTo>
                  <a:cubicBezTo>
                    <a:pt x="103" y="222"/>
                    <a:pt x="87" y="176"/>
                    <a:pt x="106" y="138"/>
                  </a:cubicBezTo>
                  <a:cubicBezTo>
                    <a:pt x="124" y="101"/>
                    <a:pt x="170" y="85"/>
                    <a:pt x="208" y="104"/>
                  </a:cubicBezTo>
                  <a:cubicBezTo>
                    <a:pt x="245" y="122"/>
                    <a:pt x="261" y="168"/>
                    <a:pt x="242" y="205"/>
                  </a:cubicBezTo>
                  <a:cubicBezTo>
                    <a:pt x="224" y="243"/>
                    <a:pt x="178" y="259"/>
                    <a:pt x="140" y="2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075;p36">
              <a:extLst>
                <a:ext uri="{FF2B5EF4-FFF2-40B4-BE49-F238E27FC236}">
                  <a16:creationId xmlns:a16="http://schemas.microsoft.com/office/drawing/2014/main" id="{6D434276-CC67-A46C-073C-F13A354F2FDE}"/>
                </a:ext>
              </a:extLst>
            </p:cNvPr>
            <p:cNvSpPr/>
            <p:nvPr/>
          </p:nvSpPr>
          <p:spPr>
            <a:xfrm>
              <a:off x="7671614" y="-935051"/>
              <a:ext cx="607104" cy="64353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3BCF264-691B-E999-996B-2A6239ECC696}"/>
              </a:ext>
            </a:extLst>
          </p:cNvPr>
          <p:cNvSpPr/>
          <p:nvPr/>
        </p:nvSpPr>
        <p:spPr>
          <a:xfrm>
            <a:off x="570922" y="355814"/>
            <a:ext cx="4056257" cy="4431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70AEA3-81AA-AF99-FCDE-72D9C28F7FEC}"/>
              </a:ext>
            </a:extLst>
          </p:cNvPr>
          <p:cNvSpPr txBox="1"/>
          <p:nvPr/>
        </p:nvSpPr>
        <p:spPr>
          <a:xfrm>
            <a:off x="685800" y="463321"/>
            <a:ext cx="3689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Title: Users by Channel Group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5" name="Picture 24" descr="A screen shot of a graph">
            <a:extLst>
              <a:ext uri="{FF2B5EF4-FFF2-40B4-BE49-F238E27FC236}">
                <a16:creationId xmlns:a16="http://schemas.microsoft.com/office/drawing/2014/main" id="{EBD0588D-D2EF-5F8C-6C5D-0DA54989D4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42"/>
          <a:stretch>
            <a:fillRect/>
          </a:stretch>
        </p:blipFill>
        <p:spPr>
          <a:xfrm>
            <a:off x="685800" y="829096"/>
            <a:ext cx="3886200" cy="1742654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E351397-3E4B-40A2-7252-F802489686CA}"/>
              </a:ext>
            </a:extLst>
          </p:cNvPr>
          <p:cNvSpPr/>
          <p:nvPr/>
        </p:nvSpPr>
        <p:spPr>
          <a:xfrm>
            <a:off x="4846005" y="355814"/>
            <a:ext cx="4056257" cy="4431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28D9B7E5-71BA-FB83-CC87-186060EA4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605102"/>
            <a:ext cx="38862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Direct traffic leads with 49K users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indicating strong brand presence and users accessing the platform directly.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Organic Search adds 8K users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showing solid SEO performance and visibility through search engines.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Channels like Referral (2K), Paid Search (1.8K) and Social (681) show room for growth — </a:t>
            </a: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indicating an opportunity to expand reach 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through diversified acquisition strategies.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59802A-93BA-A23A-5F78-885175FF5055}"/>
              </a:ext>
            </a:extLst>
          </p:cNvPr>
          <p:cNvSpPr txBox="1"/>
          <p:nvPr/>
        </p:nvSpPr>
        <p:spPr>
          <a:xfrm>
            <a:off x="4902574" y="478710"/>
            <a:ext cx="41573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Poppins" panose="00000500000000000000" pitchFamily="2" charset="0"/>
                <a:cs typeface="Poppins" panose="00000500000000000000" pitchFamily="2" charset="0"/>
              </a:rPr>
              <a:t>Title: Revenue Contribution by Channel Group</a:t>
            </a:r>
          </a:p>
        </p:txBody>
      </p:sp>
      <p:pic>
        <p:nvPicPr>
          <p:cNvPr id="39" name="Picture 38" descr="A screen shot of a graph&#10;&#10;AI-generated content may be incorrect.">
            <a:extLst>
              <a:ext uri="{FF2B5EF4-FFF2-40B4-BE49-F238E27FC236}">
                <a16:creationId xmlns:a16="http://schemas.microsoft.com/office/drawing/2014/main" id="{0226FB26-85DA-C4BB-B41A-32508CCB62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09" t="7983" r="11609" b="18695"/>
          <a:stretch>
            <a:fillRect/>
          </a:stretch>
        </p:blipFill>
        <p:spPr>
          <a:xfrm>
            <a:off x="5017477" y="837932"/>
            <a:ext cx="3740986" cy="1733818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1EE7197-CBB0-AB07-F4B6-2DA60FB8E7FE}"/>
              </a:ext>
            </a:extLst>
          </p:cNvPr>
          <p:cNvSpPr txBox="1"/>
          <p:nvPr/>
        </p:nvSpPr>
        <p:spPr>
          <a:xfrm>
            <a:off x="5017476" y="2647421"/>
            <a:ext cx="3884786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Organic Search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drives the highest share of revenue (≈55%), showing strong performance from unpaid search visibility and SEO efforts.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Direct traffic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contributes nearly </a:t>
            </a: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20%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, highlighting brand recall and loyal visitors directly accessing the site.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Paid Search and Referral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bring in smaller portions (17% and 8%), suggesting potential to boost ad ROI and strengthen referral partnerships.</a:t>
            </a:r>
          </a:p>
        </p:txBody>
      </p:sp>
    </p:spTree>
    <p:extLst>
      <p:ext uri="{BB962C8B-B14F-4D97-AF65-F5344CB8AC3E}">
        <p14:creationId xmlns:p14="http://schemas.microsoft.com/office/powerpoint/2010/main" val="3733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B0E80-8F36-4D74-218E-CA8F9F07A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1069;p36">
            <a:extLst>
              <a:ext uri="{FF2B5EF4-FFF2-40B4-BE49-F238E27FC236}">
                <a16:creationId xmlns:a16="http://schemas.microsoft.com/office/drawing/2014/main" id="{2B1470E3-6B85-F944-678D-AC9B41FD8618}"/>
              </a:ext>
            </a:extLst>
          </p:cNvPr>
          <p:cNvGrpSpPr/>
          <p:nvPr/>
        </p:nvGrpSpPr>
        <p:grpSpPr>
          <a:xfrm rot="6430980">
            <a:off x="-793898" y="-600949"/>
            <a:ext cx="1698157" cy="1359553"/>
            <a:chOff x="6107011" y="-1260420"/>
            <a:chExt cx="3381355" cy="2773074"/>
          </a:xfrm>
        </p:grpSpPr>
        <p:sp>
          <p:nvSpPr>
            <p:cNvPr id="10" name="Google Shape;1070;p36">
              <a:extLst>
                <a:ext uri="{FF2B5EF4-FFF2-40B4-BE49-F238E27FC236}">
                  <a16:creationId xmlns:a16="http://schemas.microsoft.com/office/drawing/2014/main" id="{1BDE148B-4317-E0C8-8872-331BB6C104B9}"/>
                </a:ext>
              </a:extLst>
            </p:cNvPr>
            <p:cNvSpPr/>
            <p:nvPr/>
          </p:nvSpPr>
          <p:spPr>
            <a:xfrm rot="13293511">
              <a:off x="6107011" y="-1260420"/>
              <a:ext cx="3381355" cy="277307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30379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073;p36">
              <a:extLst>
                <a:ext uri="{FF2B5EF4-FFF2-40B4-BE49-F238E27FC236}">
                  <a16:creationId xmlns:a16="http://schemas.microsoft.com/office/drawing/2014/main" id="{031D1352-9323-836D-6AA2-A3E71863DC1E}"/>
                </a:ext>
              </a:extLst>
            </p:cNvPr>
            <p:cNvSpPr/>
            <p:nvPr/>
          </p:nvSpPr>
          <p:spPr>
            <a:xfrm>
              <a:off x="8485552" y="-549335"/>
              <a:ext cx="304222" cy="299440"/>
            </a:xfrm>
            <a:custGeom>
              <a:avLst/>
              <a:gdLst/>
              <a:ahLst/>
              <a:cxnLst/>
              <a:rect l="l" t="t" r="r" b="b"/>
              <a:pathLst>
                <a:path w="348" h="343" extrusionOk="0">
                  <a:moveTo>
                    <a:pt x="298" y="293"/>
                  </a:moveTo>
                  <a:cubicBezTo>
                    <a:pt x="311" y="280"/>
                    <a:pt x="321" y="265"/>
                    <a:pt x="330" y="248"/>
                  </a:cubicBezTo>
                  <a:cubicBezTo>
                    <a:pt x="330" y="248"/>
                    <a:pt x="330" y="248"/>
                    <a:pt x="330" y="248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310" y="221"/>
                    <a:pt x="315" y="206"/>
                    <a:pt x="317" y="192"/>
                  </a:cubicBezTo>
                  <a:cubicBezTo>
                    <a:pt x="346" y="196"/>
                    <a:pt x="346" y="196"/>
                    <a:pt x="346" y="196"/>
                  </a:cubicBezTo>
                  <a:cubicBezTo>
                    <a:pt x="348" y="178"/>
                    <a:pt x="348" y="160"/>
                    <a:pt x="345" y="142"/>
                  </a:cubicBezTo>
                  <a:cubicBezTo>
                    <a:pt x="316" y="147"/>
                    <a:pt x="316" y="147"/>
                    <a:pt x="316" y="147"/>
                  </a:cubicBezTo>
                  <a:cubicBezTo>
                    <a:pt x="313" y="132"/>
                    <a:pt x="308" y="118"/>
                    <a:pt x="301" y="104"/>
                  </a:cubicBezTo>
                  <a:cubicBezTo>
                    <a:pt x="327" y="90"/>
                    <a:pt x="327" y="90"/>
                    <a:pt x="327" y="90"/>
                  </a:cubicBezTo>
                  <a:cubicBezTo>
                    <a:pt x="318" y="74"/>
                    <a:pt x="307" y="60"/>
                    <a:pt x="294" y="47"/>
                  </a:cubicBezTo>
                  <a:cubicBezTo>
                    <a:pt x="274" y="68"/>
                    <a:pt x="274" y="68"/>
                    <a:pt x="274" y="68"/>
                  </a:cubicBezTo>
                  <a:cubicBezTo>
                    <a:pt x="264" y="58"/>
                    <a:pt x="251" y="49"/>
                    <a:pt x="238" y="42"/>
                  </a:cubicBezTo>
                  <a:cubicBezTo>
                    <a:pt x="237" y="42"/>
                    <a:pt x="237" y="42"/>
                    <a:pt x="237" y="42"/>
                  </a:cubicBezTo>
                  <a:cubicBezTo>
                    <a:pt x="250" y="16"/>
                    <a:pt x="250" y="16"/>
                    <a:pt x="250" y="16"/>
                  </a:cubicBezTo>
                  <a:cubicBezTo>
                    <a:pt x="234" y="8"/>
                    <a:pt x="216" y="3"/>
                    <a:pt x="198" y="0"/>
                  </a:cubicBezTo>
                  <a:cubicBezTo>
                    <a:pt x="194" y="29"/>
                    <a:pt x="194" y="29"/>
                    <a:pt x="194" y="29"/>
                  </a:cubicBezTo>
                  <a:cubicBezTo>
                    <a:pt x="179" y="27"/>
                    <a:pt x="164" y="27"/>
                    <a:pt x="149" y="30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26" y="4"/>
                    <a:pt x="109" y="10"/>
                    <a:pt x="93" y="19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93" y="52"/>
                    <a:pt x="81" y="61"/>
                    <a:pt x="70" y="72"/>
                  </a:cubicBezTo>
                  <a:cubicBezTo>
                    <a:pt x="49" y="51"/>
                    <a:pt x="49" y="51"/>
                    <a:pt x="49" y="51"/>
                  </a:cubicBezTo>
                  <a:cubicBezTo>
                    <a:pt x="37" y="64"/>
                    <a:pt x="26" y="79"/>
                    <a:pt x="18" y="96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38" y="122"/>
                    <a:pt x="33" y="137"/>
                    <a:pt x="31" y="152"/>
                  </a:cubicBezTo>
                  <a:cubicBezTo>
                    <a:pt x="2" y="148"/>
                    <a:pt x="2" y="148"/>
                    <a:pt x="2" y="148"/>
                  </a:cubicBezTo>
                  <a:cubicBezTo>
                    <a:pt x="0" y="166"/>
                    <a:pt x="0" y="184"/>
                    <a:pt x="3" y="202"/>
                  </a:cubicBezTo>
                  <a:cubicBezTo>
                    <a:pt x="32" y="197"/>
                    <a:pt x="32" y="197"/>
                    <a:pt x="32" y="197"/>
                  </a:cubicBezTo>
                  <a:cubicBezTo>
                    <a:pt x="35" y="212"/>
                    <a:pt x="40" y="226"/>
                    <a:pt x="47" y="239"/>
                  </a:cubicBezTo>
                  <a:cubicBezTo>
                    <a:pt x="21" y="253"/>
                    <a:pt x="21" y="253"/>
                    <a:pt x="21" y="253"/>
                  </a:cubicBezTo>
                  <a:cubicBezTo>
                    <a:pt x="29" y="269"/>
                    <a:pt x="40" y="284"/>
                    <a:pt x="53" y="296"/>
                  </a:cubicBezTo>
                  <a:cubicBezTo>
                    <a:pt x="74" y="275"/>
                    <a:pt x="74" y="275"/>
                    <a:pt x="74" y="275"/>
                  </a:cubicBezTo>
                  <a:cubicBezTo>
                    <a:pt x="84" y="286"/>
                    <a:pt x="97" y="295"/>
                    <a:pt x="110" y="301"/>
                  </a:cubicBezTo>
                  <a:cubicBezTo>
                    <a:pt x="111" y="301"/>
                    <a:pt x="111" y="301"/>
                    <a:pt x="111" y="301"/>
                  </a:cubicBezTo>
                  <a:cubicBezTo>
                    <a:pt x="98" y="328"/>
                    <a:pt x="98" y="328"/>
                    <a:pt x="98" y="328"/>
                  </a:cubicBezTo>
                  <a:cubicBezTo>
                    <a:pt x="114" y="336"/>
                    <a:pt x="132" y="341"/>
                    <a:pt x="150" y="343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69" y="317"/>
                    <a:pt x="184" y="316"/>
                    <a:pt x="199" y="314"/>
                  </a:cubicBezTo>
                  <a:cubicBezTo>
                    <a:pt x="204" y="343"/>
                    <a:pt x="204" y="343"/>
                    <a:pt x="204" y="343"/>
                  </a:cubicBezTo>
                  <a:cubicBezTo>
                    <a:pt x="222" y="339"/>
                    <a:pt x="239" y="334"/>
                    <a:pt x="255" y="325"/>
                  </a:cubicBezTo>
                  <a:cubicBezTo>
                    <a:pt x="241" y="299"/>
                    <a:pt x="241" y="299"/>
                    <a:pt x="241" y="299"/>
                  </a:cubicBezTo>
                  <a:cubicBezTo>
                    <a:pt x="255" y="292"/>
                    <a:pt x="267" y="283"/>
                    <a:pt x="277" y="272"/>
                  </a:cubicBezTo>
                  <a:lnTo>
                    <a:pt x="298" y="293"/>
                  </a:lnTo>
                  <a:close/>
                  <a:moveTo>
                    <a:pt x="140" y="240"/>
                  </a:moveTo>
                  <a:cubicBezTo>
                    <a:pt x="103" y="222"/>
                    <a:pt x="87" y="176"/>
                    <a:pt x="106" y="138"/>
                  </a:cubicBezTo>
                  <a:cubicBezTo>
                    <a:pt x="124" y="101"/>
                    <a:pt x="170" y="85"/>
                    <a:pt x="208" y="104"/>
                  </a:cubicBezTo>
                  <a:cubicBezTo>
                    <a:pt x="245" y="122"/>
                    <a:pt x="261" y="168"/>
                    <a:pt x="242" y="205"/>
                  </a:cubicBezTo>
                  <a:cubicBezTo>
                    <a:pt x="224" y="243"/>
                    <a:pt x="178" y="259"/>
                    <a:pt x="140" y="2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075;p36">
              <a:extLst>
                <a:ext uri="{FF2B5EF4-FFF2-40B4-BE49-F238E27FC236}">
                  <a16:creationId xmlns:a16="http://schemas.microsoft.com/office/drawing/2014/main" id="{D4846B00-7963-B4EB-C08F-AD2209566F20}"/>
                </a:ext>
              </a:extLst>
            </p:cNvPr>
            <p:cNvSpPr/>
            <p:nvPr/>
          </p:nvSpPr>
          <p:spPr>
            <a:xfrm>
              <a:off x="7671614" y="-935051"/>
              <a:ext cx="607104" cy="64353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CA94458-5BB0-EE1F-E0C5-74F22BC34581}"/>
              </a:ext>
            </a:extLst>
          </p:cNvPr>
          <p:cNvSpPr/>
          <p:nvPr/>
        </p:nvSpPr>
        <p:spPr>
          <a:xfrm>
            <a:off x="570922" y="355814"/>
            <a:ext cx="4056257" cy="4431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C203DE-1EEB-68FE-D3C0-11AE752D385A}"/>
              </a:ext>
            </a:extLst>
          </p:cNvPr>
          <p:cNvSpPr txBox="1"/>
          <p:nvPr/>
        </p:nvSpPr>
        <p:spPr>
          <a:xfrm>
            <a:off x="685798" y="463321"/>
            <a:ext cx="388620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Poppins" panose="00000500000000000000" pitchFamily="2" charset="0"/>
                <a:cs typeface="Poppins" panose="00000500000000000000" pitchFamily="2" charset="0"/>
              </a:rPr>
              <a:t>Title: Users &amp; Revenue vs Engagement Rate by Channel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7DD8C80-F790-037D-3FE7-90A65F9586AE}"/>
              </a:ext>
            </a:extLst>
          </p:cNvPr>
          <p:cNvSpPr/>
          <p:nvPr/>
        </p:nvSpPr>
        <p:spPr>
          <a:xfrm>
            <a:off x="4846005" y="355814"/>
            <a:ext cx="4056257" cy="4431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20C89C-F879-FF8B-4F4D-C1A06477176F}"/>
              </a:ext>
            </a:extLst>
          </p:cNvPr>
          <p:cNvSpPr txBox="1"/>
          <p:nvPr/>
        </p:nvSpPr>
        <p:spPr>
          <a:xfrm>
            <a:off x="4902573" y="478710"/>
            <a:ext cx="399968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Poppins" panose="00000500000000000000" pitchFamily="2" charset="0"/>
                <a:cs typeface="Poppins" panose="00000500000000000000" pitchFamily="2" charset="0"/>
              </a:rPr>
              <a:t>Title: User Journey Funnel – From Visitors to Conversions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ED33AC-2B4D-2D74-D10C-58342A8F29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25"/>
          <a:stretch>
            <a:fillRect/>
          </a:stretch>
        </p:blipFill>
        <p:spPr>
          <a:xfrm>
            <a:off x="685795" y="1057843"/>
            <a:ext cx="3722356" cy="15945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EB8A0F8-7E2B-C79C-AEE1-F2CB0C2A63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76" t="3825" r="2730" b="12762"/>
          <a:stretch>
            <a:fillRect/>
          </a:stretch>
        </p:blipFill>
        <p:spPr>
          <a:xfrm>
            <a:off x="5048704" y="1063271"/>
            <a:ext cx="3707423" cy="1527704"/>
          </a:xfrm>
          <a:prstGeom prst="rect">
            <a:avLst/>
          </a:prstGeom>
        </p:spPr>
      </p:pic>
      <p:sp>
        <p:nvSpPr>
          <p:cNvPr id="19" name="Rectangle 4">
            <a:extLst>
              <a:ext uri="{FF2B5EF4-FFF2-40B4-BE49-F238E27FC236}">
                <a16:creationId xmlns:a16="http://schemas.microsoft.com/office/drawing/2014/main" id="{F5BAC2EE-7E3B-52DC-C4C4-DBD825BB66E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960021" y="2627502"/>
            <a:ext cx="3942239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Out of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62K users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only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38K (61%)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engaged — showing that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4 in 10 visitors drop off early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highlighting the need to improve first-time 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About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15K (24%)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triggered key events, indicating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moderate interaction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but room to drive more intent-based 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Only a small share of users end up generating revenue — so the </a:t>
            </a: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conversion stage must be optimized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kumimoji="0" lang="en-US" altLang="en-US" sz="1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28CD136B-941B-30C9-E305-2A0D376BE50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85796" y="2754459"/>
            <a:ext cx="3941382" cy="195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Direct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Organic Search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drive the most users and revenue, but Direct’s lower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38% engagement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suggests room to boost interaction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Organic Video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shows the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highest engagement (96%)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proving strong audience retention despite limited reach.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Paid Search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Referral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deliver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moderate engagement (65–73%)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showing potential for scalable performance with campaign tuning.</a:t>
            </a:r>
          </a:p>
        </p:txBody>
      </p:sp>
    </p:spTree>
    <p:extLst>
      <p:ext uri="{BB962C8B-B14F-4D97-AF65-F5344CB8AC3E}">
        <p14:creationId xmlns:p14="http://schemas.microsoft.com/office/powerpoint/2010/main" val="2620203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0E155-61B8-6945-9713-B86861CDA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1069;p36">
            <a:extLst>
              <a:ext uri="{FF2B5EF4-FFF2-40B4-BE49-F238E27FC236}">
                <a16:creationId xmlns:a16="http://schemas.microsoft.com/office/drawing/2014/main" id="{8B4E6064-C543-FBB2-6D72-43A3F02451E2}"/>
              </a:ext>
            </a:extLst>
          </p:cNvPr>
          <p:cNvGrpSpPr/>
          <p:nvPr/>
        </p:nvGrpSpPr>
        <p:grpSpPr>
          <a:xfrm rot="6430980">
            <a:off x="-793898" y="-600949"/>
            <a:ext cx="1698157" cy="1359553"/>
            <a:chOff x="6107011" y="-1260420"/>
            <a:chExt cx="3381355" cy="2773074"/>
          </a:xfrm>
        </p:grpSpPr>
        <p:sp>
          <p:nvSpPr>
            <p:cNvPr id="10" name="Google Shape;1070;p36">
              <a:extLst>
                <a:ext uri="{FF2B5EF4-FFF2-40B4-BE49-F238E27FC236}">
                  <a16:creationId xmlns:a16="http://schemas.microsoft.com/office/drawing/2014/main" id="{965F7F8D-1E17-5BD2-BC07-D8089B450BB0}"/>
                </a:ext>
              </a:extLst>
            </p:cNvPr>
            <p:cNvSpPr/>
            <p:nvPr/>
          </p:nvSpPr>
          <p:spPr>
            <a:xfrm rot="13293511">
              <a:off x="6107011" y="-1260420"/>
              <a:ext cx="3381355" cy="277307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30379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073;p36">
              <a:extLst>
                <a:ext uri="{FF2B5EF4-FFF2-40B4-BE49-F238E27FC236}">
                  <a16:creationId xmlns:a16="http://schemas.microsoft.com/office/drawing/2014/main" id="{82960A0C-7FC6-665B-D83B-314C56C69B6B}"/>
                </a:ext>
              </a:extLst>
            </p:cNvPr>
            <p:cNvSpPr/>
            <p:nvPr/>
          </p:nvSpPr>
          <p:spPr>
            <a:xfrm>
              <a:off x="8485552" y="-549335"/>
              <a:ext cx="304222" cy="299440"/>
            </a:xfrm>
            <a:custGeom>
              <a:avLst/>
              <a:gdLst/>
              <a:ahLst/>
              <a:cxnLst/>
              <a:rect l="l" t="t" r="r" b="b"/>
              <a:pathLst>
                <a:path w="348" h="343" extrusionOk="0">
                  <a:moveTo>
                    <a:pt x="298" y="293"/>
                  </a:moveTo>
                  <a:cubicBezTo>
                    <a:pt x="311" y="280"/>
                    <a:pt x="321" y="265"/>
                    <a:pt x="330" y="248"/>
                  </a:cubicBezTo>
                  <a:cubicBezTo>
                    <a:pt x="330" y="248"/>
                    <a:pt x="330" y="248"/>
                    <a:pt x="330" y="248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310" y="221"/>
                    <a:pt x="315" y="206"/>
                    <a:pt x="317" y="192"/>
                  </a:cubicBezTo>
                  <a:cubicBezTo>
                    <a:pt x="346" y="196"/>
                    <a:pt x="346" y="196"/>
                    <a:pt x="346" y="196"/>
                  </a:cubicBezTo>
                  <a:cubicBezTo>
                    <a:pt x="348" y="178"/>
                    <a:pt x="348" y="160"/>
                    <a:pt x="345" y="142"/>
                  </a:cubicBezTo>
                  <a:cubicBezTo>
                    <a:pt x="316" y="147"/>
                    <a:pt x="316" y="147"/>
                    <a:pt x="316" y="147"/>
                  </a:cubicBezTo>
                  <a:cubicBezTo>
                    <a:pt x="313" y="132"/>
                    <a:pt x="308" y="118"/>
                    <a:pt x="301" y="104"/>
                  </a:cubicBezTo>
                  <a:cubicBezTo>
                    <a:pt x="327" y="90"/>
                    <a:pt x="327" y="90"/>
                    <a:pt x="327" y="90"/>
                  </a:cubicBezTo>
                  <a:cubicBezTo>
                    <a:pt x="318" y="74"/>
                    <a:pt x="307" y="60"/>
                    <a:pt x="294" y="47"/>
                  </a:cubicBezTo>
                  <a:cubicBezTo>
                    <a:pt x="274" y="68"/>
                    <a:pt x="274" y="68"/>
                    <a:pt x="274" y="68"/>
                  </a:cubicBezTo>
                  <a:cubicBezTo>
                    <a:pt x="264" y="58"/>
                    <a:pt x="251" y="49"/>
                    <a:pt x="238" y="42"/>
                  </a:cubicBezTo>
                  <a:cubicBezTo>
                    <a:pt x="237" y="42"/>
                    <a:pt x="237" y="42"/>
                    <a:pt x="237" y="42"/>
                  </a:cubicBezTo>
                  <a:cubicBezTo>
                    <a:pt x="250" y="16"/>
                    <a:pt x="250" y="16"/>
                    <a:pt x="250" y="16"/>
                  </a:cubicBezTo>
                  <a:cubicBezTo>
                    <a:pt x="234" y="8"/>
                    <a:pt x="216" y="3"/>
                    <a:pt x="198" y="0"/>
                  </a:cubicBezTo>
                  <a:cubicBezTo>
                    <a:pt x="194" y="29"/>
                    <a:pt x="194" y="29"/>
                    <a:pt x="194" y="29"/>
                  </a:cubicBezTo>
                  <a:cubicBezTo>
                    <a:pt x="179" y="27"/>
                    <a:pt x="164" y="27"/>
                    <a:pt x="149" y="30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26" y="4"/>
                    <a:pt x="109" y="10"/>
                    <a:pt x="93" y="19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93" y="52"/>
                    <a:pt x="81" y="61"/>
                    <a:pt x="70" y="72"/>
                  </a:cubicBezTo>
                  <a:cubicBezTo>
                    <a:pt x="49" y="51"/>
                    <a:pt x="49" y="51"/>
                    <a:pt x="49" y="51"/>
                  </a:cubicBezTo>
                  <a:cubicBezTo>
                    <a:pt x="37" y="64"/>
                    <a:pt x="26" y="79"/>
                    <a:pt x="18" y="96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38" y="122"/>
                    <a:pt x="33" y="137"/>
                    <a:pt x="31" y="152"/>
                  </a:cubicBezTo>
                  <a:cubicBezTo>
                    <a:pt x="2" y="148"/>
                    <a:pt x="2" y="148"/>
                    <a:pt x="2" y="148"/>
                  </a:cubicBezTo>
                  <a:cubicBezTo>
                    <a:pt x="0" y="166"/>
                    <a:pt x="0" y="184"/>
                    <a:pt x="3" y="202"/>
                  </a:cubicBezTo>
                  <a:cubicBezTo>
                    <a:pt x="32" y="197"/>
                    <a:pt x="32" y="197"/>
                    <a:pt x="32" y="197"/>
                  </a:cubicBezTo>
                  <a:cubicBezTo>
                    <a:pt x="35" y="212"/>
                    <a:pt x="40" y="226"/>
                    <a:pt x="47" y="239"/>
                  </a:cubicBezTo>
                  <a:cubicBezTo>
                    <a:pt x="21" y="253"/>
                    <a:pt x="21" y="253"/>
                    <a:pt x="21" y="253"/>
                  </a:cubicBezTo>
                  <a:cubicBezTo>
                    <a:pt x="29" y="269"/>
                    <a:pt x="40" y="284"/>
                    <a:pt x="53" y="296"/>
                  </a:cubicBezTo>
                  <a:cubicBezTo>
                    <a:pt x="74" y="275"/>
                    <a:pt x="74" y="275"/>
                    <a:pt x="74" y="275"/>
                  </a:cubicBezTo>
                  <a:cubicBezTo>
                    <a:pt x="84" y="286"/>
                    <a:pt x="97" y="295"/>
                    <a:pt x="110" y="301"/>
                  </a:cubicBezTo>
                  <a:cubicBezTo>
                    <a:pt x="111" y="301"/>
                    <a:pt x="111" y="301"/>
                    <a:pt x="111" y="301"/>
                  </a:cubicBezTo>
                  <a:cubicBezTo>
                    <a:pt x="98" y="328"/>
                    <a:pt x="98" y="328"/>
                    <a:pt x="98" y="328"/>
                  </a:cubicBezTo>
                  <a:cubicBezTo>
                    <a:pt x="114" y="336"/>
                    <a:pt x="132" y="341"/>
                    <a:pt x="150" y="343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69" y="317"/>
                    <a:pt x="184" y="316"/>
                    <a:pt x="199" y="314"/>
                  </a:cubicBezTo>
                  <a:cubicBezTo>
                    <a:pt x="204" y="343"/>
                    <a:pt x="204" y="343"/>
                    <a:pt x="204" y="343"/>
                  </a:cubicBezTo>
                  <a:cubicBezTo>
                    <a:pt x="222" y="339"/>
                    <a:pt x="239" y="334"/>
                    <a:pt x="255" y="325"/>
                  </a:cubicBezTo>
                  <a:cubicBezTo>
                    <a:pt x="241" y="299"/>
                    <a:pt x="241" y="299"/>
                    <a:pt x="241" y="299"/>
                  </a:cubicBezTo>
                  <a:cubicBezTo>
                    <a:pt x="255" y="292"/>
                    <a:pt x="267" y="283"/>
                    <a:pt x="277" y="272"/>
                  </a:cubicBezTo>
                  <a:lnTo>
                    <a:pt x="298" y="293"/>
                  </a:lnTo>
                  <a:close/>
                  <a:moveTo>
                    <a:pt x="140" y="240"/>
                  </a:moveTo>
                  <a:cubicBezTo>
                    <a:pt x="103" y="222"/>
                    <a:pt x="87" y="176"/>
                    <a:pt x="106" y="138"/>
                  </a:cubicBezTo>
                  <a:cubicBezTo>
                    <a:pt x="124" y="101"/>
                    <a:pt x="170" y="85"/>
                    <a:pt x="208" y="104"/>
                  </a:cubicBezTo>
                  <a:cubicBezTo>
                    <a:pt x="245" y="122"/>
                    <a:pt x="261" y="168"/>
                    <a:pt x="242" y="205"/>
                  </a:cubicBezTo>
                  <a:cubicBezTo>
                    <a:pt x="224" y="243"/>
                    <a:pt x="178" y="259"/>
                    <a:pt x="140" y="2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075;p36">
              <a:extLst>
                <a:ext uri="{FF2B5EF4-FFF2-40B4-BE49-F238E27FC236}">
                  <a16:creationId xmlns:a16="http://schemas.microsoft.com/office/drawing/2014/main" id="{0EE25CC2-D3F1-4D47-3DA2-FF90626FB454}"/>
                </a:ext>
              </a:extLst>
            </p:cNvPr>
            <p:cNvSpPr/>
            <p:nvPr/>
          </p:nvSpPr>
          <p:spPr>
            <a:xfrm>
              <a:off x="7671614" y="-935051"/>
              <a:ext cx="607104" cy="64353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5796B08B-0B65-1C0E-B42A-BC1CD68A8452}"/>
              </a:ext>
            </a:extLst>
          </p:cNvPr>
          <p:cNvSpPr/>
          <p:nvPr/>
        </p:nvSpPr>
        <p:spPr>
          <a:xfrm>
            <a:off x="570922" y="355814"/>
            <a:ext cx="4056257" cy="4431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F219F4-417B-E1F2-6F04-9340CE9B4989}"/>
              </a:ext>
            </a:extLst>
          </p:cNvPr>
          <p:cNvSpPr txBox="1"/>
          <p:nvPr/>
        </p:nvSpPr>
        <p:spPr>
          <a:xfrm>
            <a:off x="685795" y="463321"/>
            <a:ext cx="388620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Poppins" panose="00000500000000000000" pitchFamily="2" charset="0"/>
                <a:cs typeface="Poppins" panose="00000500000000000000" pitchFamily="2" charset="0"/>
              </a:rPr>
              <a:t>Title: User Engagement Efficiency by Marketing Channel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363ABB-2F19-D28A-6956-AA3D5731F09A}"/>
              </a:ext>
            </a:extLst>
          </p:cNvPr>
          <p:cNvSpPr/>
          <p:nvPr/>
        </p:nvSpPr>
        <p:spPr>
          <a:xfrm>
            <a:off x="4846003" y="355814"/>
            <a:ext cx="4056257" cy="4431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F1513D-5ABC-C4D8-952C-B05CB00ED31D}"/>
              </a:ext>
            </a:extLst>
          </p:cNvPr>
          <p:cNvSpPr txBox="1"/>
          <p:nvPr/>
        </p:nvSpPr>
        <p:spPr>
          <a:xfrm>
            <a:off x="4902573" y="478710"/>
            <a:ext cx="3890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Title: Revenue Contribution by Landing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24523C-C98F-C6FF-E25A-0F31A7BFDA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84" t="14010" r="5984" b="693"/>
          <a:stretch>
            <a:fillRect/>
          </a:stretch>
        </p:blipFill>
        <p:spPr>
          <a:xfrm>
            <a:off x="803908" y="1063270"/>
            <a:ext cx="3649980" cy="152770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039EC02-A41E-5EFD-0C4C-B3376A6D564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85796" y="2712139"/>
            <a:ext cx="3941384" cy="195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Direct: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46.7K new users → 30.5K engaged sessions — 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strongest volume and engagement conversion due to high brand visibility.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Organic Search: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6.8K new users → 5.7K engaged sessions — </a:t>
            </a:r>
            <a:r>
              <a:rPr lang="en-US" altLang="en-US" sz="11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highest engagement efficiency, meaning SEO users arrive with strong intent.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Referral &amp; Paid Search: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lower volumes but healthy engagement conversion — good candidates to scale with targeted investment.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5C30CF-A1E3-92F9-E0C8-0F9FBA1FD6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64" t="2815" r="4150" b="5333"/>
          <a:stretch>
            <a:fillRect/>
          </a:stretch>
        </p:blipFill>
        <p:spPr>
          <a:xfrm>
            <a:off x="4971451" y="1063270"/>
            <a:ext cx="3822029" cy="1508480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7D7C850B-6929-5A4B-A72C-50CE46C0D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1451" y="2712139"/>
            <a:ext cx="3930809" cy="195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The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/search page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generates the highest revenue (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$2.81K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~55% of total), making it the key entry and conversion driver.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The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home page (“/”)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/shop/apparel/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mens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together contribute another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$1.7K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strengthening mid-funnel 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Pages like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/checkout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/product pages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have smaller revenue shares, indicating scope to optimize checkout flow and product CTAs.</a:t>
            </a:r>
          </a:p>
        </p:txBody>
      </p:sp>
    </p:spTree>
    <p:extLst>
      <p:ext uri="{BB962C8B-B14F-4D97-AF65-F5344CB8AC3E}">
        <p14:creationId xmlns:p14="http://schemas.microsoft.com/office/powerpoint/2010/main" val="1864700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94930-4758-218A-1CC3-2F0133365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84492-BE39-1548-FB46-E669F2B29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40" y="459843"/>
            <a:ext cx="8675460" cy="572700"/>
          </a:xfrm>
        </p:spPr>
        <p:txBody>
          <a:bodyPr/>
          <a:lstStyle/>
          <a:p>
            <a:r>
              <a:rPr lang="en-IN" sz="3000" b="1" dirty="0">
                <a:latin typeface="Poppins" panose="00000500000000000000" pitchFamily="2" charset="0"/>
                <a:cs typeface="Poppins" panose="00000500000000000000" pitchFamily="2" charset="0"/>
              </a:rPr>
              <a:t>Audience &amp; Demographic Overview KPIs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6B3E97-20A4-B0C1-4818-29E14DA38454}"/>
              </a:ext>
            </a:extLst>
          </p:cNvPr>
          <p:cNvSpPr txBox="1"/>
          <p:nvPr/>
        </p:nvSpPr>
        <p:spPr>
          <a:xfrm>
            <a:off x="129540" y="2894896"/>
            <a:ext cx="777761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Returning Users (9.07%) indicate </a:t>
            </a: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low repeat engagement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, showing scope to improve retention.</a:t>
            </a:r>
          </a:p>
          <a:p>
            <a:pPr>
              <a:buClr>
                <a:schemeClr val="tx2"/>
              </a:buClr>
            </a:pP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United States dominates with 37,862 users, confirming it as the strongest and most active market.	</a:t>
            </a:r>
          </a:p>
          <a:p>
            <a:pPr>
              <a:buClr>
                <a:schemeClr val="tx2"/>
              </a:buClr>
            </a:pP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Technology/Technophiles drive the highest revenue ($3.5K), marking them as a key audience segment for premium targeting.	</a:t>
            </a:r>
          </a:p>
          <a:p>
            <a:pPr>
              <a:buClr>
                <a:schemeClr val="tx2"/>
              </a:buClr>
            </a:pP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Age and Gender groups appear as Unknown, Collecting demographic info can unlock more precise segmentation and targeted campaigns.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0392AD-9698-6A63-0B4E-9D76B5BF5E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7" t="-579" r="750" b="5950"/>
          <a:stretch>
            <a:fillRect/>
          </a:stretch>
        </p:blipFill>
        <p:spPr>
          <a:xfrm>
            <a:off x="731520" y="1477944"/>
            <a:ext cx="7777614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291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78ABC-35BE-76AD-DFAF-9971C87DF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1069;p36">
            <a:extLst>
              <a:ext uri="{FF2B5EF4-FFF2-40B4-BE49-F238E27FC236}">
                <a16:creationId xmlns:a16="http://schemas.microsoft.com/office/drawing/2014/main" id="{04CBC978-E445-5FD7-1CE8-0161E073CD8D}"/>
              </a:ext>
            </a:extLst>
          </p:cNvPr>
          <p:cNvGrpSpPr/>
          <p:nvPr/>
        </p:nvGrpSpPr>
        <p:grpSpPr>
          <a:xfrm rot="6430980">
            <a:off x="-793898" y="-600949"/>
            <a:ext cx="1698157" cy="1359553"/>
            <a:chOff x="6107011" y="-1260420"/>
            <a:chExt cx="3381355" cy="2773074"/>
          </a:xfrm>
        </p:grpSpPr>
        <p:sp>
          <p:nvSpPr>
            <p:cNvPr id="10" name="Google Shape;1070;p36">
              <a:extLst>
                <a:ext uri="{FF2B5EF4-FFF2-40B4-BE49-F238E27FC236}">
                  <a16:creationId xmlns:a16="http://schemas.microsoft.com/office/drawing/2014/main" id="{761FAFEC-3A30-1A95-A867-E68E31A5729A}"/>
                </a:ext>
              </a:extLst>
            </p:cNvPr>
            <p:cNvSpPr/>
            <p:nvPr/>
          </p:nvSpPr>
          <p:spPr>
            <a:xfrm rot="13293511">
              <a:off x="6107011" y="-1260420"/>
              <a:ext cx="3381355" cy="277307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30379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073;p36">
              <a:extLst>
                <a:ext uri="{FF2B5EF4-FFF2-40B4-BE49-F238E27FC236}">
                  <a16:creationId xmlns:a16="http://schemas.microsoft.com/office/drawing/2014/main" id="{FCE102D0-4EC5-8605-6EDA-2DABB2F8D5C3}"/>
                </a:ext>
              </a:extLst>
            </p:cNvPr>
            <p:cNvSpPr/>
            <p:nvPr/>
          </p:nvSpPr>
          <p:spPr>
            <a:xfrm>
              <a:off x="8485552" y="-549335"/>
              <a:ext cx="304222" cy="299440"/>
            </a:xfrm>
            <a:custGeom>
              <a:avLst/>
              <a:gdLst/>
              <a:ahLst/>
              <a:cxnLst/>
              <a:rect l="l" t="t" r="r" b="b"/>
              <a:pathLst>
                <a:path w="348" h="343" extrusionOk="0">
                  <a:moveTo>
                    <a:pt x="298" y="293"/>
                  </a:moveTo>
                  <a:cubicBezTo>
                    <a:pt x="311" y="280"/>
                    <a:pt x="321" y="265"/>
                    <a:pt x="330" y="248"/>
                  </a:cubicBezTo>
                  <a:cubicBezTo>
                    <a:pt x="330" y="248"/>
                    <a:pt x="330" y="248"/>
                    <a:pt x="330" y="248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310" y="221"/>
                    <a:pt x="315" y="206"/>
                    <a:pt x="317" y="192"/>
                  </a:cubicBezTo>
                  <a:cubicBezTo>
                    <a:pt x="346" y="196"/>
                    <a:pt x="346" y="196"/>
                    <a:pt x="346" y="196"/>
                  </a:cubicBezTo>
                  <a:cubicBezTo>
                    <a:pt x="348" y="178"/>
                    <a:pt x="348" y="160"/>
                    <a:pt x="345" y="142"/>
                  </a:cubicBezTo>
                  <a:cubicBezTo>
                    <a:pt x="316" y="147"/>
                    <a:pt x="316" y="147"/>
                    <a:pt x="316" y="147"/>
                  </a:cubicBezTo>
                  <a:cubicBezTo>
                    <a:pt x="313" y="132"/>
                    <a:pt x="308" y="118"/>
                    <a:pt x="301" y="104"/>
                  </a:cubicBezTo>
                  <a:cubicBezTo>
                    <a:pt x="327" y="90"/>
                    <a:pt x="327" y="90"/>
                    <a:pt x="327" y="90"/>
                  </a:cubicBezTo>
                  <a:cubicBezTo>
                    <a:pt x="318" y="74"/>
                    <a:pt x="307" y="60"/>
                    <a:pt x="294" y="47"/>
                  </a:cubicBezTo>
                  <a:cubicBezTo>
                    <a:pt x="274" y="68"/>
                    <a:pt x="274" y="68"/>
                    <a:pt x="274" y="68"/>
                  </a:cubicBezTo>
                  <a:cubicBezTo>
                    <a:pt x="264" y="58"/>
                    <a:pt x="251" y="49"/>
                    <a:pt x="238" y="42"/>
                  </a:cubicBezTo>
                  <a:cubicBezTo>
                    <a:pt x="237" y="42"/>
                    <a:pt x="237" y="42"/>
                    <a:pt x="237" y="42"/>
                  </a:cubicBezTo>
                  <a:cubicBezTo>
                    <a:pt x="250" y="16"/>
                    <a:pt x="250" y="16"/>
                    <a:pt x="250" y="16"/>
                  </a:cubicBezTo>
                  <a:cubicBezTo>
                    <a:pt x="234" y="8"/>
                    <a:pt x="216" y="3"/>
                    <a:pt x="198" y="0"/>
                  </a:cubicBezTo>
                  <a:cubicBezTo>
                    <a:pt x="194" y="29"/>
                    <a:pt x="194" y="29"/>
                    <a:pt x="194" y="29"/>
                  </a:cubicBezTo>
                  <a:cubicBezTo>
                    <a:pt x="179" y="27"/>
                    <a:pt x="164" y="27"/>
                    <a:pt x="149" y="30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26" y="4"/>
                    <a:pt x="109" y="10"/>
                    <a:pt x="93" y="19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93" y="52"/>
                    <a:pt x="81" y="61"/>
                    <a:pt x="70" y="72"/>
                  </a:cubicBezTo>
                  <a:cubicBezTo>
                    <a:pt x="49" y="51"/>
                    <a:pt x="49" y="51"/>
                    <a:pt x="49" y="51"/>
                  </a:cubicBezTo>
                  <a:cubicBezTo>
                    <a:pt x="37" y="64"/>
                    <a:pt x="26" y="79"/>
                    <a:pt x="18" y="96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38" y="122"/>
                    <a:pt x="33" y="137"/>
                    <a:pt x="31" y="152"/>
                  </a:cubicBezTo>
                  <a:cubicBezTo>
                    <a:pt x="2" y="148"/>
                    <a:pt x="2" y="148"/>
                    <a:pt x="2" y="148"/>
                  </a:cubicBezTo>
                  <a:cubicBezTo>
                    <a:pt x="0" y="166"/>
                    <a:pt x="0" y="184"/>
                    <a:pt x="3" y="202"/>
                  </a:cubicBezTo>
                  <a:cubicBezTo>
                    <a:pt x="32" y="197"/>
                    <a:pt x="32" y="197"/>
                    <a:pt x="32" y="197"/>
                  </a:cubicBezTo>
                  <a:cubicBezTo>
                    <a:pt x="35" y="212"/>
                    <a:pt x="40" y="226"/>
                    <a:pt x="47" y="239"/>
                  </a:cubicBezTo>
                  <a:cubicBezTo>
                    <a:pt x="21" y="253"/>
                    <a:pt x="21" y="253"/>
                    <a:pt x="21" y="253"/>
                  </a:cubicBezTo>
                  <a:cubicBezTo>
                    <a:pt x="29" y="269"/>
                    <a:pt x="40" y="284"/>
                    <a:pt x="53" y="296"/>
                  </a:cubicBezTo>
                  <a:cubicBezTo>
                    <a:pt x="74" y="275"/>
                    <a:pt x="74" y="275"/>
                    <a:pt x="74" y="275"/>
                  </a:cubicBezTo>
                  <a:cubicBezTo>
                    <a:pt x="84" y="286"/>
                    <a:pt x="97" y="295"/>
                    <a:pt x="110" y="301"/>
                  </a:cubicBezTo>
                  <a:cubicBezTo>
                    <a:pt x="111" y="301"/>
                    <a:pt x="111" y="301"/>
                    <a:pt x="111" y="301"/>
                  </a:cubicBezTo>
                  <a:cubicBezTo>
                    <a:pt x="98" y="328"/>
                    <a:pt x="98" y="328"/>
                    <a:pt x="98" y="328"/>
                  </a:cubicBezTo>
                  <a:cubicBezTo>
                    <a:pt x="114" y="336"/>
                    <a:pt x="132" y="341"/>
                    <a:pt x="150" y="343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69" y="317"/>
                    <a:pt x="184" y="316"/>
                    <a:pt x="199" y="314"/>
                  </a:cubicBezTo>
                  <a:cubicBezTo>
                    <a:pt x="204" y="343"/>
                    <a:pt x="204" y="343"/>
                    <a:pt x="204" y="343"/>
                  </a:cubicBezTo>
                  <a:cubicBezTo>
                    <a:pt x="222" y="339"/>
                    <a:pt x="239" y="334"/>
                    <a:pt x="255" y="325"/>
                  </a:cubicBezTo>
                  <a:cubicBezTo>
                    <a:pt x="241" y="299"/>
                    <a:pt x="241" y="299"/>
                    <a:pt x="241" y="299"/>
                  </a:cubicBezTo>
                  <a:cubicBezTo>
                    <a:pt x="255" y="292"/>
                    <a:pt x="267" y="283"/>
                    <a:pt x="277" y="272"/>
                  </a:cubicBezTo>
                  <a:lnTo>
                    <a:pt x="298" y="293"/>
                  </a:lnTo>
                  <a:close/>
                  <a:moveTo>
                    <a:pt x="140" y="240"/>
                  </a:moveTo>
                  <a:cubicBezTo>
                    <a:pt x="103" y="222"/>
                    <a:pt x="87" y="176"/>
                    <a:pt x="106" y="138"/>
                  </a:cubicBezTo>
                  <a:cubicBezTo>
                    <a:pt x="124" y="101"/>
                    <a:pt x="170" y="85"/>
                    <a:pt x="208" y="104"/>
                  </a:cubicBezTo>
                  <a:cubicBezTo>
                    <a:pt x="245" y="122"/>
                    <a:pt x="261" y="168"/>
                    <a:pt x="242" y="205"/>
                  </a:cubicBezTo>
                  <a:cubicBezTo>
                    <a:pt x="224" y="243"/>
                    <a:pt x="178" y="259"/>
                    <a:pt x="140" y="2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075;p36">
              <a:extLst>
                <a:ext uri="{FF2B5EF4-FFF2-40B4-BE49-F238E27FC236}">
                  <a16:creationId xmlns:a16="http://schemas.microsoft.com/office/drawing/2014/main" id="{5C02D07B-F560-5746-56BB-444F9D18DB29}"/>
                </a:ext>
              </a:extLst>
            </p:cNvPr>
            <p:cNvSpPr/>
            <p:nvPr/>
          </p:nvSpPr>
          <p:spPr>
            <a:xfrm>
              <a:off x="7671614" y="-935051"/>
              <a:ext cx="607104" cy="64353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83EB118-799A-393D-D2FA-B6821FC9DB15}"/>
              </a:ext>
            </a:extLst>
          </p:cNvPr>
          <p:cNvSpPr/>
          <p:nvPr/>
        </p:nvSpPr>
        <p:spPr>
          <a:xfrm>
            <a:off x="570922" y="355814"/>
            <a:ext cx="4056257" cy="4431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F0E9BE-164E-0C17-9D65-A7ED0D76D2FF}"/>
              </a:ext>
            </a:extLst>
          </p:cNvPr>
          <p:cNvSpPr txBox="1"/>
          <p:nvPr/>
        </p:nvSpPr>
        <p:spPr>
          <a:xfrm>
            <a:off x="685800" y="463321"/>
            <a:ext cx="388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Title: </a:t>
            </a: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Top Countries by Users</a:t>
            </a:r>
            <a:endParaRPr lang="en-US" sz="16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79ACF7-8852-EB20-8062-5418575DFB1A}"/>
              </a:ext>
            </a:extLst>
          </p:cNvPr>
          <p:cNvSpPr/>
          <p:nvPr/>
        </p:nvSpPr>
        <p:spPr>
          <a:xfrm>
            <a:off x="4846005" y="355814"/>
            <a:ext cx="4056257" cy="4431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338E6DA7-D96B-6728-4142-C24EDA5D8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735906"/>
            <a:ext cx="3886200" cy="186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150" b="1" dirty="0">
                <a:latin typeface="Poppins" panose="00000500000000000000" pitchFamily="2" charset="0"/>
                <a:cs typeface="Poppins" panose="00000500000000000000" pitchFamily="2" charset="0"/>
              </a:rPr>
              <a:t>United States </a:t>
            </a:r>
            <a:r>
              <a:rPr lang="en-US" sz="1150" dirty="0">
                <a:latin typeface="Poppins" panose="00000500000000000000" pitchFamily="2" charset="0"/>
                <a:cs typeface="Poppins" panose="00000500000000000000" pitchFamily="2" charset="0"/>
              </a:rPr>
              <a:t>contributes the highest users (~38K), making it the primary target market.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endParaRPr kumimoji="0" lang="en-US" altLang="en-US" sz="11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150" b="1" dirty="0">
                <a:latin typeface="Poppins" panose="00000500000000000000" pitchFamily="2" charset="0"/>
                <a:cs typeface="Poppins" panose="00000500000000000000" pitchFamily="2" charset="0"/>
              </a:rPr>
              <a:t>Canada and India </a:t>
            </a:r>
            <a:r>
              <a:rPr lang="en-US" sz="1150" dirty="0">
                <a:latin typeface="Poppins" panose="00000500000000000000" pitchFamily="2" charset="0"/>
                <a:cs typeface="Poppins" panose="00000500000000000000" pitchFamily="2" charset="0"/>
              </a:rPr>
              <a:t>follow, indicating strong audience presence in North America and emerging traction in Asia.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</a:pPr>
            <a:endParaRPr kumimoji="0" lang="en-US" altLang="en-US" sz="11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150" dirty="0">
                <a:latin typeface="Poppins" panose="00000500000000000000" pitchFamily="2" charset="0"/>
                <a:cs typeface="Poppins" panose="00000500000000000000" pitchFamily="2" charset="0"/>
              </a:rPr>
              <a:t> Lower volumes from regions like </a:t>
            </a:r>
            <a:r>
              <a:rPr lang="en-US" sz="1150" b="1" dirty="0">
                <a:latin typeface="Poppins" panose="00000500000000000000" pitchFamily="2" charset="0"/>
                <a:cs typeface="Poppins" panose="00000500000000000000" pitchFamily="2" charset="0"/>
              </a:rPr>
              <a:t>China, Japan, and Australia</a:t>
            </a:r>
            <a:r>
              <a:rPr lang="en-US" sz="1150" dirty="0">
                <a:latin typeface="Poppins" panose="00000500000000000000" pitchFamily="2" charset="0"/>
                <a:cs typeface="Poppins" panose="00000500000000000000" pitchFamily="2" charset="0"/>
              </a:rPr>
              <a:t> signal opportunities for localized marketing strategies.</a:t>
            </a:r>
            <a:endParaRPr kumimoji="0" lang="en-US" altLang="en-US" sz="11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7F858D-59BA-3D4E-7DCC-2C0407879BB1}"/>
              </a:ext>
            </a:extLst>
          </p:cNvPr>
          <p:cNvSpPr txBox="1"/>
          <p:nvPr/>
        </p:nvSpPr>
        <p:spPr>
          <a:xfrm>
            <a:off x="4902574" y="478710"/>
            <a:ext cx="3784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Title: User Distribution by Age Group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C2AC16-931C-8DD6-D4E0-DB26F976469D}"/>
              </a:ext>
            </a:extLst>
          </p:cNvPr>
          <p:cNvSpPr txBox="1"/>
          <p:nvPr/>
        </p:nvSpPr>
        <p:spPr>
          <a:xfrm>
            <a:off x="5017476" y="2647421"/>
            <a:ext cx="3884786" cy="2039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150" dirty="0">
                <a:latin typeface="Poppins" panose="00000500000000000000" pitchFamily="2" charset="0"/>
                <a:cs typeface="Poppins" panose="00000500000000000000" pitchFamily="2" charset="0"/>
              </a:rPr>
              <a:t>The </a:t>
            </a:r>
            <a:r>
              <a:rPr lang="en-US" sz="1150" b="1" dirty="0">
                <a:latin typeface="Poppins" panose="00000500000000000000" pitchFamily="2" charset="0"/>
                <a:cs typeface="Poppins" panose="00000500000000000000" pitchFamily="2" charset="0"/>
              </a:rPr>
              <a:t>‘Unknown’ category dominates with 62% of total users</a:t>
            </a:r>
            <a:r>
              <a:rPr lang="en-US" sz="1150" dirty="0">
                <a:latin typeface="Poppins" panose="00000500000000000000" pitchFamily="2" charset="0"/>
                <a:cs typeface="Poppins" panose="00000500000000000000" pitchFamily="2" charset="0"/>
              </a:rPr>
              <a:t>, highlighting missing demographic data that limits targeted analysis.</a:t>
            </a:r>
          </a:p>
          <a:p>
            <a:pPr marL="171450" indent="-171450">
              <a:buClr>
                <a:schemeClr val="tx2"/>
              </a:buClr>
              <a:buFont typeface="Courier New" panose="02070309020205020404" pitchFamily="49" charset="0"/>
              <a:buChar char="o"/>
            </a:pPr>
            <a:endParaRPr lang="en-US" sz="115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150" b="1" dirty="0">
                <a:latin typeface="Poppins" panose="00000500000000000000" pitchFamily="2" charset="0"/>
                <a:cs typeface="Poppins" panose="00000500000000000000" pitchFamily="2" charset="0"/>
              </a:rPr>
              <a:t>18–24 (11%) and 25–34 (9%)</a:t>
            </a:r>
            <a:r>
              <a:rPr lang="en-US" sz="1150" dirty="0">
                <a:latin typeface="Poppins" panose="00000500000000000000" pitchFamily="2" charset="0"/>
                <a:cs typeface="Poppins" panose="00000500000000000000" pitchFamily="2" charset="0"/>
              </a:rPr>
              <a:t> are strong digital consumer groups, representing high-value and engagement-prone audiences.</a:t>
            </a:r>
          </a:p>
          <a:p>
            <a:pPr marL="171450" indent="-171450">
              <a:buClr>
                <a:schemeClr val="tx2"/>
              </a:buClr>
              <a:buFont typeface="Courier New" panose="02070309020205020404" pitchFamily="49" charset="0"/>
              <a:buChar char="o"/>
            </a:pPr>
            <a:endParaRPr lang="en-US" sz="115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150" dirty="0">
                <a:latin typeface="Poppins" panose="00000500000000000000" pitchFamily="2" charset="0"/>
                <a:cs typeface="Poppins" panose="00000500000000000000" pitchFamily="2" charset="0"/>
              </a:rPr>
              <a:t>Lower adoption among older </a:t>
            </a:r>
            <a:r>
              <a:rPr lang="en-US" sz="1150" b="1" dirty="0">
                <a:latin typeface="Poppins" panose="00000500000000000000" pitchFamily="2" charset="0"/>
                <a:cs typeface="Poppins" panose="00000500000000000000" pitchFamily="2" charset="0"/>
              </a:rPr>
              <a:t>users (35–65+</a:t>
            </a:r>
            <a:r>
              <a:rPr lang="en-US" sz="1150" dirty="0">
                <a:latin typeface="Poppins" panose="00000500000000000000" pitchFamily="2" charset="0"/>
                <a:cs typeface="Poppins" panose="00000500000000000000" pitchFamily="2" charset="0"/>
              </a:rPr>
              <a:t>) indicates market growth potential with age-tailored messaging.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4FC8BC-F657-62D9-7072-9AAB0DAD2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476" y="908487"/>
            <a:ext cx="3669324" cy="15875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438C1A-4EF9-BFC3-1528-3933E6070F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4" t="11098" r="3719" b="5494"/>
          <a:stretch>
            <a:fillRect/>
          </a:stretch>
        </p:blipFill>
        <p:spPr>
          <a:xfrm>
            <a:off x="792480" y="908488"/>
            <a:ext cx="3573780" cy="158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364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30A3C-143C-47EF-8690-D97F9A29B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1069;p36">
            <a:extLst>
              <a:ext uri="{FF2B5EF4-FFF2-40B4-BE49-F238E27FC236}">
                <a16:creationId xmlns:a16="http://schemas.microsoft.com/office/drawing/2014/main" id="{D98F2F68-BD8F-81C6-D70E-69EE41197B78}"/>
              </a:ext>
            </a:extLst>
          </p:cNvPr>
          <p:cNvGrpSpPr/>
          <p:nvPr/>
        </p:nvGrpSpPr>
        <p:grpSpPr>
          <a:xfrm rot="6430980">
            <a:off x="-793898" y="-600949"/>
            <a:ext cx="1698157" cy="1359553"/>
            <a:chOff x="6107011" y="-1260420"/>
            <a:chExt cx="3381355" cy="2773074"/>
          </a:xfrm>
        </p:grpSpPr>
        <p:sp>
          <p:nvSpPr>
            <p:cNvPr id="10" name="Google Shape;1070;p36">
              <a:extLst>
                <a:ext uri="{FF2B5EF4-FFF2-40B4-BE49-F238E27FC236}">
                  <a16:creationId xmlns:a16="http://schemas.microsoft.com/office/drawing/2014/main" id="{36C1E85A-3E17-ED06-3666-8B91F82CA637}"/>
                </a:ext>
              </a:extLst>
            </p:cNvPr>
            <p:cNvSpPr/>
            <p:nvPr/>
          </p:nvSpPr>
          <p:spPr>
            <a:xfrm rot="13293511">
              <a:off x="6107011" y="-1260420"/>
              <a:ext cx="3381355" cy="277307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30379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073;p36">
              <a:extLst>
                <a:ext uri="{FF2B5EF4-FFF2-40B4-BE49-F238E27FC236}">
                  <a16:creationId xmlns:a16="http://schemas.microsoft.com/office/drawing/2014/main" id="{67EA0E17-F49A-E9D6-B674-9A4A81D7F9CF}"/>
                </a:ext>
              </a:extLst>
            </p:cNvPr>
            <p:cNvSpPr/>
            <p:nvPr/>
          </p:nvSpPr>
          <p:spPr>
            <a:xfrm>
              <a:off x="8485552" y="-549335"/>
              <a:ext cx="304222" cy="299440"/>
            </a:xfrm>
            <a:custGeom>
              <a:avLst/>
              <a:gdLst/>
              <a:ahLst/>
              <a:cxnLst/>
              <a:rect l="l" t="t" r="r" b="b"/>
              <a:pathLst>
                <a:path w="348" h="343" extrusionOk="0">
                  <a:moveTo>
                    <a:pt x="298" y="293"/>
                  </a:moveTo>
                  <a:cubicBezTo>
                    <a:pt x="311" y="280"/>
                    <a:pt x="321" y="265"/>
                    <a:pt x="330" y="248"/>
                  </a:cubicBezTo>
                  <a:cubicBezTo>
                    <a:pt x="330" y="248"/>
                    <a:pt x="330" y="248"/>
                    <a:pt x="330" y="248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310" y="221"/>
                    <a:pt x="315" y="206"/>
                    <a:pt x="317" y="192"/>
                  </a:cubicBezTo>
                  <a:cubicBezTo>
                    <a:pt x="346" y="196"/>
                    <a:pt x="346" y="196"/>
                    <a:pt x="346" y="196"/>
                  </a:cubicBezTo>
                  <a:cubicBezTo>
                    <a:pt x="348" y="178"/>
                    <a:pt x="348" y="160"/>
                    <a:pt x="345" y="142"/>
                  </a:cubicBezTo>
                  <a:cubicBezTo>
                    <a:pt x="316" y="147"/>
                    <a:pt x="316" y="147"/>
                    <a:pt x="316" y="147"/>
                  </a:cubicBezTo>
                  <a:cubicBezTo>
                    <a:pt x="313" y="132"/>
                    <a:pt x="308" y="118"/>
                    <a:pt x="301" y="104"/>
                  </a:cubicBezTo>
                  <a:cubicBezTo>
                    <a:pt x="327" y="90"/>
                    <a:pt x="327" y="90"/>
                    <a:pt x="327" y="90"/>
                  </a:cubicBezTo>
                  <a:cubicBezTo>
                    <a:pt x="318" y="74"/>
                    <a:pt x="307" y="60"/>
                    <a:pt x="294" y="47"/>
                  </a:cubicBezTo>
                  <a:cubicBezTo>
                    <a:pt x="274" y="68"/>
                    <a:pt x="274" y="68"/>
                    <a:pt x="274" y="68"/>
                  </a:cubicBezTo>
                  <a:cubicBezTo>
                    <a:pt x="264" y="58"/>
                    <a:pt x="251" y="49"/>
                    <a:pt x="238" y="42"/>
                  </a:cubicBezTo>
                  <a:cubicBezTo>
                    <a:pt x="237" y="42"/>
                    <a:pt x="237" y="42"/>
                    <a:pt x="237" y="42"/>
                  </a:cubicBezTo>
                  <a:cubicBezTo>
                    <a:pt x="250" y="16"/>
                    <a:pt x="250" y="16"/>
                    <a:pt x="250" y="16"/>
                  </a:cubicBezTo>
                  <a:cubicBezTo>
                    <a:pt x="234" y="8"/>
                    <a:pt x="216" y="3"/>
                    <a:pt x="198" y="0"/>
                  </a:cubicBezTo>
                  <a:cubicBezTo>
                    <a:pt x="194" y="29"/>
                    <a:pt x="194" y="29"/>
                    <a:pt x="194" y="29"/>
                  </a:cubicBezTo>
                  <a:cubicBezTo>
                    <a:pt x="179" y="27"/>
                    <a:pt x="164" y="27"/>
                    <a:pt x="149" y="30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26" y="4"/>
                    <a:pt x="109" y="10"/>
                    <a:pt x="93" y="19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93" y="52"/>
                    <a:pt x="81" y="61"/>
                    <a:pt x="70" y="72"/>
                  </a:cubicBezTo>
                  <a:cubicBezTo>
                    <a:pt x="49" y="51"/>
                    <a:pt x="49" y="51"/>
                    <a:pt x="49" y="51"/>
                  </a:cubicBezTo>
                  <a:cubicBezTo>
                    <a:pt x="37" y="64"/>
                    <a:pt x="26" y="79"/>
                    <a:pt x="18" y="96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38" y="122"/>
                    <a:pt x="33" y="137"/>
                    <a:pt x="31" y="152"/>
                  </a:cubicBezTo>
                  <a:cubicBezTo>
                    <a:pt x="2" y="148"/>
                    <a:pt x="2" y="148"/>
                    <a:pt x="2" y="148"/>
                  </a:cubicBezTo>
                  <a:cubicBezTo>
                    <a:pt x="0" y="166"/>
                    <a:pt x="0" y="184"/>
                    <a:pt x="3" y="202"/>
                  </a:cubicBezTo>
                  <a:cubicBezTo>
                    <a:pt x="32" y="197"/>
                    <a:pt x="32" y="197"/>
                    <a:pt x="32" y="197"/>
                  </a:cubicBezTo>
                  <a:cubicBezTo>
                    <a:pt x="35" y="212"/>
                    <a:pt x="40" y="226"/>
                    <a:pt x="47" y="239"/>
                  </a:cubicBezTo>
                  <a:cubicBezTo>
                    <a:pt x="21" y="253"/>
                    <a:pt x="21" y="253"/>
                    <a:pt x="21" y="253"/>
                  </a:cubicBezTo>
                  <a:cubicBezTo>
                    <a:pt x="29" y="269"/>
                    <a:pt x="40" y="284"/>
                    <a:pt x="53" y="296"/>
                  </a:cubicBezTo>
                  <a:cubicBezTo>
                    <a:pt x="74" y="275"/>
                    <a:pt x="74" y="275"/>
                    <a:pt x="74" y="275"/>
                  </a:cubicBezTo>
                  <a:cubicBezTo>
                    <a:pt x="84" y="286"/>
                    <a:pt x="97" y="295"/>
                    <a:pt x="110" y="301"/>
                  </a:cubicBezTo>
                  <a:cubicBezTo>
                    <a:pt x="111" y="301"/>
                    <a:pt x="111" y="301"/>
                    <a:pt x="111" y="301"/>
                  </a:cubicBezTo>
                  <a:cubicBezTo>
                    <a:pt x="98" y="328"/>
                    <a:pt x="98" y="328"/>
                    <a:pt x="98" y="328"/>
                  </a:cubicBezTo>
                  <a:cubicBezTo>
                    <a:pt x="114" y="336"/>
                    <a:pt x="132" y="341"/>
                    <a:pt x="150" y="343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69" y="317"/>
                    <a:pt x="184" y="316"/>
                    <a:pt x="199" y="314"/>
                  </a:cubicBezTo>
                  <a:cubicBezTo>
                    <a:pt x="204" y="343"/>
                    <a:pt x="204" y="343"/>
                    <a:pt x="204" y="343"/>
                  </a:cubicBezTo>
                  <a:cubicBezTo>
                    <a:pt x="222" y="339"/>
                    <a:pt x="239" y="334"/>
                    <a:pt x="255" y="325"/>
                  </a:cubicBezTo>
                  <a:cubicBezTo>
                    <a:pt x="241" y="299"/>
                    <a:pt x="241" y="299"/>
                    <a:pt x="241" y="299"/>
                  </a:cubicBezTo>
                  <a:cubicBezTo>
                    <a:pt x="255" y="292"/>
                    <a:pt x="267" y="283"/>
                    <a:pt x="277" y="272"/>
                  </a:cubicBezTo>
                  <a:lnTo>
                    <a:pt x="298" y="293"/>
                  </a:lnTo>
                  <a:close/>
                  <a:moveTo>
                    <a:pt x="140" y="240"/>
                  </a:moveTo>
                  <a:cubicBezTo>
                    <a:pt x="103" y="222"/>
                    <a:pt x="87" y="176"/>
                    <a:pt x="106" y="138"/>
                  </a:cubicBezTo>
                  <a:cubicBezTo>
                    <a:pt x="124" y="101"/>
                    <a:pt x="170" y="85"/>
                    <a:pt x="208" y="104"/>
                  </a:cubicBezTo>
                  <a:cubicBezTo>
                    <a:pt x="245" y="122"/>
                    <a:pt x="261" y="168"/>
                    <a:pt x="242" y="205"/>
                  </a:cubicBezTo>
                  <a:cubicBezTo>
                    <a:pt x="224" y="243"/>
                    <a:pt x="178" y="259"/>
                    <a:pt x="140" y="2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075;p36">
              <a:extLst>
                <a:ext uri="{FF2B5EF4-FFF2-40B4-BE49-F238E27FC236}">
                  <a16:creationId xmlns:a16="http://schemas.microsoft.com/office/drawing/2014/main" id="{C240ABF9-0978-C0D6-A5A3-B5CEA97FF8E0}"/>
                </a:ext>
              </a:extLst>
            </p:cNvPr>
            <p:cNvSpPr/>
            <p:nvPr/>
          </p:nvSpPr>
          <p:spPr>
            <a:xfrm>
              <a:off x="7671614" y="-935051"/>
              <a:ext cx="607104" cy="64353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F5A2D159-7625-D626-CC6A-545C4661ECA4}"/>
              </a:ext>
            </a:extLst>
          </p:cNvPr>
          <p:cNvSpPr/>
          <p:nvPr/>
        </p:nvSpPr>
        <p:spPr>
          <a:xfrm>
            <a:off x="570922" y="355814"/>
            <a:ext cx="4056257" cy="4431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D0566C-13B7-B3E6-DBC2-F2E6A97898AD}"/>
              </a:ext>
            </a:extLst>
          </p:cNvPr>
          <p:cNvSpPr txBox="1"/>
          <p:nvPr/>
        </p:nvSpPr>
        <p:spPr>
          <a:xfrm>
            <a:off x="764615" y="506464"/>
            <a:ext cx="37282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Title: </a:t>
            </a: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User Distribution by Gender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734D4D4-FF68-839D-1E95-B38F91E2D92F}"/>
              </a:ext>
            </a:extLst>
          </p:cNvPr>
          <p:cNvSpPr/>
          <p:nvPr/>
        </p:nvSpPr>
        <p:spPr>
          <a:xfrm>
            <a:off x="4846005" y="355814"/>
            <a:ext cx="4056257" cy="4431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F0A9EC-67EC-7FDD-1A2F-0CCF338C4E6F}"/>
              </a:ext>
            </a:extLst>
          </p:cNvPr>
          <p:cNvSpPr txBox="1"/>
          <p:nvPr/>
        </p:nvSpPr>
        <p:spPr>
          <a:xfrm>
            <a:off x="4960021" y="506464"/>
            <a:ext cx="39996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Title: Event Count by Event Type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A81F0C27-0547-6C9C-7A23-CEFACD5C61F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928603" y="2754459"/>
            <a:ext cx="3942239" cy="195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Page View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Session Start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dominate user activity, indicating strong initial engagement and browsing behavior.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Promotion-related events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like </a:t>
            </a:r>
            <a:r>
              <a:rPr lang="en-US" sz="1100" i="1" dirty="0">
                <a:latin typeface="Poppins" panose="00000500000000000000" pitchFamily="2" charset="0"/>
                <a:cs typeface="Poppins" panose="00000500000000000000" pitchFamily="2" charset="0"/>
              </a:rPr>
              <a:t>View Promotion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en-US" sz="1100" i="1" dirty="0">
                <a:latin typeface="Poppins" panose="00000500000000000000" pitchFamily="2" charset="0"/>
                <a:cs typeface="Poppins" panose="00000500000000000000" pitchFamily="2" charset="0"/>
              </a:rPr>
              <a:t>Select Promotion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show healthy interaction, reflecting effective marketing reach.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Low purchase and checkout events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suggest drop-offs at later funnel stages, highlighting an opportunity to improve conversion strategies.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A6C4FD31-1D38-57EC-F5E4-F3D37F29C94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85796" y="2839098"/>
            <a:ext cx="3941382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The </a:t>
            </a:r>
            <a:r>
              <a:rPr lang="en-US" sz="1100" i="1" dirty="0">
                <a:latin typeface="Poppins" panose="00000500000000000000" pitchFamily="2" charset="0"/>
                <a:cs typeface="Poppins" panose="00000500000000000000" pitchFamily="2" charset="0"/>
              </a:rPr>
              <a:t>“Unspecified”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gender category accounts for the largest share (</a:t>
            </a: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35.3K users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), possibly due to privacy preferences or unavailable data.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Among identified users, </a:t>
            </a: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Male (13.5K)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Female (12.1K)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distributions are relatively balanced.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Ensuring more detailed demographic capture can enhance </a:t>
            </a: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personalized targeting and audience segmentation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C39635-7334-C3F2-D589-0719C9835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16" y="918852"/>
            <a:ext cx="3594024" cy="18054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4F37AA-B2CF-2A11-942D-440B67467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021" y="905595"/>
            <a:ext cx="3634740" cy="175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5A1E8-1BB6-B7B6-0830-3B16F35D1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1069;p36">
            <a:extLst>
              <a:ext uri="{FF2B5EF4-FFF2-40B4-BE49-F238E27FC236}">
                <a16:creationId xmlns:a16="http://schemas.microsoft.com/office/drawing/2014/main" id="{DED784DA-1DF8-2E45-3BBE-DEF65F79565E}"/>
              </a:ext>
            </a:extLst>
          </p:cNvPr>
          <p:cNvGrpSpPr/>
          <p:nvPr/>
        </p:nvGrpSpPr>
        <p:grpSpPr>
          <a:xfrm rot="6430980">
            <a:off x="-793898" y="-600949"/>
            <a:ext cx="1698157" cy="1359553"/>
            <a:chOff x="6107011" y="-1260420"/>
            <a:chExt cx="3381355" cy="2773074"/>
          </a:xfrm>
        </p:grpSpPr>
        <p:sp>
          <p:nvSpPr>
            <p:cNvPr id="10" name="Google Shape;1070;p36">
              <a:extLst>
                <a:ext uri="{FF2B5EF4-FFF2-40B4-BE49-F238E27FC236}">
                  <a16:creationId xmlns:a16="http://schemas.microsoft.com/office/drawing/2014/main" id="{4A07D1DD-6CD7-0CDE-77F6-4FD5D1541B18}"/>
                </a:ext>
              </a:extLst>
            </p:cNvPr>
            <p:cNvSpPr/>
            <p:nvPr/>
          </p:nvSpPr>
          <p:spPr>
            <a:xfrm rot="13293511">
              <a:off x="6107011" y="-1260420"/>
              <a:ext cx="3381355" cy="277307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30379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073;p36">
              <a:extLst>
                <a:ext uri="{FF2B5EF4-FFF2-40B4-BE49-F238E27FC236}">
                  <a16:creationId xmlns:a16="http://schemas.microsoft.com/office/drawing/2014/main" id="{EAB7CACC-A31B-19AA-537B-648A3C198BB0}"/>
                </a:ext>
              </a:extLst>
            </p:cNvPr>
            <p:cNvSpPr/>
            <p:nvPr/>
          </p:nvSpPr>
          <p:spPr>
            <a:xfrm>
              <a:off x="8485552" y="-549335"/>
              <a:ext cx="304222" cy="299440"/>
            </a:xfrm>
            <a:custGeom>
              <a:avLst/>
              <a:gdLst/>
              <a:ahLst/>
              <a:cxnLst/>
              <a:rect l="l" t="t" r="r" b="b"/>
              <a:pathLst>
                <a:path w="348" h="343" extrusionOk="0">
                  <a:moveTo>
                    <a:pt x="298" y="293"/>
                  </a:moveTo>
                  <a:cubicBezTo>
                    <a:pt x="311" y="280"/>
                    <a:pt x="321" y="265"/>
                    <a:pt x="330" y="248"/>
                  </a:cubicBezTo>
                  <a:cubicBezTo>
                    <a:pt x="330" y="248"/>
                    <a:pt x="330" y="248"/>
                    <a:pt x="330" y="248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310" y="221"/>
                    <a:pt x="315" y="206"/>
                    <a:pt x="317" y="192"/>
                  </a:cubicBezTo>
                  <a:cubicBezTo>
                    <a:pt x="346" y="196"/>
                    <a:pt x="346" y="196"/>
                    <a:pt x="346" y="196"/>
                  </a:cubicBezTo>
                  <a:cubicBezTo>
                    <a:pt x="348" y="178"/>
                    <a:pt x="348" y="160"/>
                    <a:pt x="345" y="142"/>
                  </a:cubicBezTo>
                  <a:cubicBezTo>
                    <a:pt x="316" y="147"/>
                    <a:pt x="316" y="147"/>
                    <a:pt x="316" y="147"/>
                  </a:cubicBezTo>
                  <a:cubicBezTo>
                    <a:pt x="313" y="132"/>
                    <a:pt x="308" y="118"/>
                    <a:pt x="301" y="104"/>
                  </a:cubicBezTo>
                  <a:cubicBezTo>
                    <a:pt x="327" y="90"/>
                    <a:pt x="327" y="90"/>
                    <a:pt x="327" y="90"/>
                  </a:cubicBezTo>
                  <a:cubicBezTo>
                    <a:pt x="318" y="74"/>
                    <a:pt x="307" y="60"/>
                    <a:pt x="294" y="47"/>
                  </a:cubicBezTo>
                  <a:cubicBezTo>
                    <a:pt x="274" y="68"/>
                    <a:pt x="274" y="68"/>
                    <a:pt x="274" y="68"/>
                  </a:cubicBezTo>
                  <a:cubicBezTo>
                    <a:pt x="264" y="58"/>
                    <a:pt x="251" y="49"/>
                    <a:pt x="238" y="42"/>
                  </a:cubicBezTo>
                  <a:cubicBezTo>
                    <a:pt x="237" y="42"/>
                    <a:pt x="237" y="42"/>
                    <a:pt x="237" y="42"/>
                  </a:cubicBezTo>
                  <a:cubicBezTo>
                    <a:pt x="250" y="16"/>
                    <a:pt x="250" y="16"/>
                    <a:pt x="250" y="16"/>
                  </a:cubicBezTo>
                  <a:cubicBezTo>
                    <a:pt x="234" y="8"/>
                    <a:pt x="216" y="3"/>
                    <a:pt x="198" y="0"/>
                  </a:cubicBezTo>
                  <a:cubicBezTo>
                    <a:pt x="194" y="29"/>
                    <a:pt x="194" y="29"/>
                    <a:pt x="194" y="29"/>
                  </a:cubicBezTo>
                  <a:cubicBezTo>
                    <a:pt x="179" y="27"/>
                    <a:pt x="164" y="27"/>
                    <a:pt x="149" y="30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26" y="4"/>
                    <a:pt x="109" y="10"/>
                    <a:pt x="93" y="19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93" y="52"/>
                    <a:pt x="81" y="61"/>
                    <a:pt x="70" y="72"/>
                  </a:cubicBezTo>
                  <a:cubicBezTo>
                    <a:pt x="49" y="51"/>
                    <a:pt x="49" y="51"/>
                    <a:pt x="49" y="51"/>
                  </a:cubicBezTo>
                  <a:cubicBezTo>
                    <a:pt x="37" y="64"/>
                    <a:pt x="26" y="79"/>
                    <a:pt x="18" y="96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38" y="122"/>
                    <a:pt x="33" y="137"/>
                    <a:pt x="31" y="152"/>
                  </a:cubicBezTo>
                  <a:cubicBezTo>
                    <a:pt x="2" y="148"/>
                    <a:pt x="2" y="148"/>
                    <a:pt x="2" y="148"/>
                  </a:cubicBezTo>
                  <a:cubicBezTo>
                    <a:pt x="0" y="166"/>
                    <a:pt x="0" y="184"/>
                    <a:pt x="3" y="202"/>
                  </a:cubicBezTo>
                  <a:cubicBezTo>
                    <a:pt x="32" y="197"/>
                    <a:pt x="32" y="197"/>
                    <a:pt x="32" y="197"/>
                  </a:cubicBezTo>
                  <a:cubicBezTo>
                    <a:pt x="35" y="212"/>
                    <a:pt x="40" y="226"/>
                    <a:pt x="47" y="239"/>
                  </a:cubicBezTo>
                  <a:cubicBezTo>
                    <a:pt x="21" y="253"/>
                    <a:pt x="21" y="253"/>
                    <a:pt x="21" y="253"/>
                  </a:cubicBezTo>
                  <a:cubicBezTo>
                    <a:pt x="29" y="269"/>
                    <a:pt x="40" y="284"/>
                    <a:pt x="53" y="296"/>
                  </a:cubicBezTo>
                  <a:cubicBezTo>
                    <a:pt x="74" y="275"/>
                    <a:pt x="74" y="275"/>
                    <a:pt x="74" y="275"/>
                  </a:cubicBezTo>
                  <a:cubicBezTo>
                    <a:pt x="84" y="286"/>
                    <a:pt x="97" y="295"/>
                    <a:pt x="110" y="301"/>
                  </a:cubicBezTo>
                  <a:cubicBezTo>
                    <a:pt x="111" y="301"/>
                    <a:pt x="111" y="301"/>
                    <a:pt x="111" y="301"/>
                  </a:cubicBezTo>
                  <a:cubicBezTo>
                    <a:pt x="98" y="328"/>
                    <a:pt x="98" y="328"/>
                    <a:pt x="98" y="328"/>
                  </a:cubicBezTo>
                  <a:cubicBezTo>
                    <a:pt x="114" y="336"/>
                    <a:pt x="132" y="341"/>
                    <a:pt x="150" y="343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69" y="317"/>
                    <a:pt x="184" y="316"/>
                    <a:pt x="199" y="314"/>
                  </a:cubicBezTo>
                  <a:cubicBezTo>
                    <a:pt x="204" y="343"/>
                    <a:pt x="204" y="343"/>
                    <a:pt x="204" y="343"/>
                  </a:cubicBezTo>
                  <a:cubicBezTo>
                    <a:pt x="222" y="339"/>
                    <a:pt x="239" y="334"/>
                    <a:pt x="255" y="325"/>
                  </a:cubicBezTo>
                  <a:cubicBezTo>
                    <a:pt x="241" y="299"/>
                    <a:pt x="241" y="299"/>
                    <a:pt x="241" y="299"/>
                  </a:cubicBezTo>
                  <a:cubicBezTo>
                    <a:pt x="255" y="292"/>
                    <a:pt x="267" y="283"/>
                    <a:pt x="277" y="272"/>
                  </a:cubicBezTo>
                  <a:lnTo>
                    <a:pt x="298" y="293"/>
                  </a:lnTo>
                  <a:close/>
                  <a:moveTo>
                    <a:pt x="140" y="240"/>
                  </a:moveTo>
                  <a:cubicBezTo>
                    <a:pt x="103" y="222"/>
                    <a:pt x="87" y="176"/>
                    <a:pt x="106" y="138"/>
                  </a:cubicBezTo>
                  <a:cubicBezTo>
                    <a:pt x="124" y="101"/>
                    <a:pt x="170" y="85"/>
                    <a:pt x="208" y="104"/>
                  </a:cubicBezTo>
                  <a:cubicBezTo>
                    <a:pt x="245" y="122"/>
                    <a:pt x="261" y="168"/>
                    <a:pt x="242" y="205"/>
                  </a:cubicBezTo>
                  <a:cubicBezTo>
                    <a:pt x="224" y="243"/>
                    <a:pt x="178" y="259"/>
                    <a:pt x="140" y="2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075;p36">
              <a:extLst>
                <a:ext uri="{FF2B5EF4-FFF2-40B4-BE49-F238E27FC236}">
                  <a16:creationId xmlns:a16="http://schemas.microsoft.com/office/drawing/2014/main" id="{A4764003-CEA5-2197-7E2F-892E2BBD98E9}"/>
                </a:ext>
              </a:extLst>
            </p:cNvPr>
            <p:cNvSpPr/>
            <p:nvPr/>
          </p:nvSpPr>
          <p:spPr>
            <a:xfrm>
              <a:off x="7671614" y="-935051"/>
              <a:ext cx="607104" cy="64353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049B851D-11EA-B3F6-5CF4-D4B2048FAD44}"/>
              </a:ext>
            </a:extLst>
          </p:cNvPr>
          <p:cNvSpPr/>
          <p:nvPr/>
        </p:nvSpPr>
        <p:spPr>
          <a:xfrm>
            <a:off x="570922" y="355814"/>
            <a:ext cx="4056257" cy="4431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F5F598-7ABE-4DBB-5C05-6AE1AD16E1D6}"/>
              </a:ext>
            </a:extLst>
          </p:cNvPr>
          <p:cNvSpPr txBox="1"/>
          <p:nvPr/>
        </p:nvSpPr>
        <p:spPr>
          <a:xfrm>
            <a:off x="685795" y="463321"/>
            <a:ext cx="388620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Poppins" panose="00000500000000000000" pitchFamily="2" charset="0"/>
                <a:cs typeface="Poppins" panose="00000500000000000000" pitchFamily="2" charset="0"/>
              </a:rPr>
              <a:t>Title: </a:t>
            </a: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Revenue Contribution by Interest Category</a:t>
            </a:r>
            <a:endParaRPr lang="en-US" sz="13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E45B1E-2C12-A3B9-0D36-E19788D85328}"/>
              </a:ext>
            </a:extLst>
          </p:cNvPr>
          <p:cNvSpPr/>
          <p:nvPr/>
        </p:nvSpPr>
        <p:spPr>
          <a:xfrm>
            <a:off x="4846003" y="355814"/>
            <a:ext cx="4056257" cy="4431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9C686D-1FDF-7056-7132-B6DF7887B729}"/>
              </a:ext>
            </a:extLst>
          </p:cNvPr>
          <p:cNvSpPr txBox="1"/>
          <p:nvPr/>
        </p:nvSpPr>
        <p:spPr>
          <a:xfrm>
            <a:off x="4902573" y="478710"/>
            <a:ext cx="3890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Title: </a:t>
            </a: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Interactive Channel Filter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D30A7B-D2E5-46D0-6E62-7BF2A765142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85796" y="2712141"/>
            <a:ext cx="3941384" cy="195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Technology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Media &amp; Entertainment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Lifestyle/Hobbies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drive the highest revenue, showing strong monetization potential.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Engagement rates (≈45–55%)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 stay consistent across most interests, reflecting steady user activity.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Top 10 segments </a:t>
            </a:r>
            <a:r>
              <a:rPr lang="en-US" sz="1100" dirty="0">
                <a:latin typeface="Poppins" panose="00000500000000000000" pitchFamily="2" charset="0"/>
                <a:cs typeface="Poppins" panose="00000500000000000000" pitchFamily="2" charset="0"/>
              </a:rPr>
              <a:t>contribute most of the revenue, making them prime audiences for targeted high-ROI campaigns.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0F33809-AE87-EF19-40FA-D4D2395C3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0561" y="2725638"/>
            <a:ext cx="382202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Courier New" panose="02070309020205020404" pitchFamily="49" charset="0"/>
              <a:buChar char="o"/>
            </a:pPr>
            <a:r>
              <a:rPr lang="en-US" altLang="en-US" sz="11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Added </a:t>
            </a:r>
            <a:r>
              <a:rPr lang="en-US" altLang="en-US" sz="11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Channel slicer </a:t>
            </a:r>
            <a:r>
              <a:rPr lang="en-US" altLang="en-US" sz="11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 interactive analysis across all visuals.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DB3747-1D56-B909-6206-895021784E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7" t="2260" r="3329" b="4795"/>
          <a:stretch>
            <a:fillRect/>
          </a:stretch>
        </p:blipFill>
        <p:spPr>
          <a:xfrm>
            <a:off x="4980561" y="940375"/>
            <a:ext cx="3787140" cy="16313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432C9B-10F1-CABE-04FB-2FCA2A77F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939975"/>
            <a:ext cx="3589020" cy="161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516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37"/>
          <p:cNvSpPr txBox="1">
            <a:spLocks noGrp="1"/>
          </p:cNvSpPr>
          <p:nvPr>
            <p:ph type="title"/>
          </p:nvPr>
        </p:nvSpPr>
        <p:spPr>
          <a:xfrm>
            <a:off x="4017943" y="2184528"/>
            <a:ext cx="5117568" cy="19040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3900" b="1" dirty="0">
                <a:latin typeface="Poppins" panose="00000500000000000000" pitchFamily="2" charset="0"/>
                <a:cs typeface="Poppins" panose="00000500000000000000" pitchFamily="2" charset="0"/>
              </a:rPr>
              <a:t>Recommendations &amp; Strategic Insights</a:t>
            </a:r>
            <a:endParaRPr sz="39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1" name="Google Shape;1081;p37"/>
          <p:cNvSpPr txBox="1">
            <a:spLocks noGrp="1"/>
          </p:cNvSpPr>
          <p:nvPr>
            <p:ph type="subTitle" idx="1"/>
          </p:nvPr>
        </p:nvSpPr>
        <p:spPr>
          <a:xfrm>
            <a:off x="4017943" y="4027859"/>
            <a:ext cx="5052633" cy="4603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900" i="1" dirty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Data-driven recommendations to enhance engagement, conversions, and audience targeting.</a:t>
            </a:r>
          </a:p>
        </p:txBody>
      </p:sp>
      <p:grpSp>
        <p:nvGrpSpPr>
          <p:cNvPr id="1082" name="Google Shape;1082;p37"/>
          <p:cNvGrpSpPr/>
          <p:nvPr/>
        </p:nvGrpSpPr>
        <p:grpSpPr>
          <a:xfrm>
            <a:off x="206754" y="865008"/>
            <a:ext cx="3412448" cy="3413484"/>
            <a:chOff x="1017285" y="809699"/>
            <a:chExt cx="3497794" cy="3498857"/>
          </a:xfrm>
        </p:grpSpPr>
        <p:sp>
          <p:nvSpPr>
            <p:cNvPr id="1083" name="Google Shape;1083;p37"/>
            <p:cNvSpPr/>
            <p:nvPr/>
          </p:nvSpPr>
          <p:spPr>
            <a:xfrm>
              <a:off x="3785701" y="2959800"/>
              <a:ext cx="483175" cy="476826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rgbClr val="FF7A7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37"/>
            <p:cNvSpPr/>
            <p:nvPr/>
          </p:nvSpPr>
          <p:spPr>
            <a:xfrm>
              <a:off x="4506379" y="2776855"/>
              <a:ext cx="8700" cy="2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37"/>
            <p:cNvSpPr/>
            <p:nvPr/>
          </p:nvSpPr>
          <p:spPr>
            <a:xfrm>
              <a:off x="4506379" y="2776855"/>
              <a:ext cx="8700" cy="2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6" name="Google Shape;1086;p37"/>
            <p:cNvGrpSpPr/>
            <p:nvPr/>
          </p:nvGrpSpPr>
          <p:grpSpPr>
            <a:xfrm>
              <a:off x="2291675" y="1423158"/>
              <a:ext cx="2214703" cy="1379528"/>
              <a:chOff x="2291675" y="1423158"/>
              <a:chExt cx="2214703" cy="1379528"/>
            </a:xfrm>
          </p:grpSpPr>
          <p:sp>
            <p:nvSpPr>
              <p:cNvPr id="1087" name="Google Shape;1087;p37"/>
              <p:cNvSpPr/>
              <p:nvPr/>
            </p:nvSpPr>
            <p:spPr>
              <a:xfrm>
                <a:off x="2291675" y="1423158"/>
                <a:ext cx="2214703" cy="1379528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1577" extrusionOk="0">
                    <a:moveTo>
                      <a:pt x="47" y="0"/>
                    </a:moveTo>
                    <a:cubicBezTo>
                      <a:pt x="2485" y="0"/>
                      <a:pt x="2485" y="0"/>
                      <a:pt x="2485" y="0"/>
                    </a:cubicBezTo>
                    <a:cubicBezTo>
                      <a:pt x="2512" y="0"/>
                      <a:pt x="2533" y="21"/>
                      <a:pt x="2533" y="48"/>
                    </a:cubicBezTo>
                    <a:cubicBezTo>
                      <a:pt x="2533" y="1577"/>
                      <a:pt x="2533" y="1577"/>
                      <a:pt x="2533" y="1577"/>
                    </a:cubicBezTo>
                    <a:cubicBezTo>
                      <a:pt x="0" y="1577"/>
                      <a:pt x="0" y="1577"/>
                      <a:pt x="0" y="1577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21"/>
                      <a:pt x="21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8" name="Google Shape;1088;p37"/>
              <p:cNvSpPr/>
              <p:nvPr/>
            </p:nvSpPr>
            <p:spPr>
              <a:xfrm>
                <a:off x="3273351" y="2692523"/>
                <a:ext cx="262800" cy="46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9" name="Google Shape;1089;p37"/>
              <p:cNvSpPr/>
              <p:nvPr/>
            </p:nvSpPr>
            <p:spPr>
              <a:xfrm>
                <a:off x="2291675" y="2776855"/>
                <a:ext cx="2214600" cy="25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0" name="Google Shape;1090;p37"/>
              <p:cNvSpPr/>
              <p:nvPr/>
            </p:nvSpPr>
            <p:spPr>
              <a:xfrm>
                <a:off x="2368209" y="1492996"/>
                <a:ext cx="2061633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1328" extrusionOk="0">
                    <a:moveTo>
                      <a:pt x="24" y="0"/>
                    </a:moveTo>
                    <a:cubicBezTo>
                      <a:pt x="2333" y="0"/>
                      <a:pt x="2333" y="0"/>
                      <a:pt x="2333" y="0"/>
                    </a:cubicBezTo>
                    <a:cubicBezTo>
                      <a:pt x="2346" y="0"/>
                      <a:pt x="2357" y="10"/>
                      <a:pt x="2357" y="23"/>
                    </a:cubicBezTo>
                    <a:cubicBezTo>
                      <a:pt x="2357" y="1304"/>
                      <a:pt x="2357" y="1304"/>
                      <a:pt x="2357" y="1304"/>
                    </a:cubicBezTo>
                    <a:cubicBezTo>
                      <a:pt x="2357" y="1318"/>
                      <a:pt x="2346" y="1328"/>
                      <a:pt x="2333" y="1328"/>
                    </a:cubicBezTo>
                    <a:cubicBezTo>
                      <a:pt x="24" y="1328"/>
                      <a:pt x="24" y="1328"/>
                      <a:pt x="24" y="1328"/>
                    </a:cubicBezTo>
                    <a:cubicBezTo>
                      <a:pt x="10" y="1328"/>
                      <a:pt x="0" y="1318"/>
                      <a:pt x="0" y="1304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10"/>
                      <a:pt x="10" y="0"/>
                      <a:pt x="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1" name="Google Shape;1091;p37"/>
              <p:cNvSpPr/>
              <p:nvPr/>
            </p:nvSpPr>
            <p:spPr>
              <a:xfrm>
                <a:off x="2990048" y="1492996"/>
                <a:ext cx="1171927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1225" h="1214" extrusionOk="0">
                    <a:moveTo>
                      <a:pt x="0" y="1214"/>
                    </a:moveTo>
                    <a:lnTo>
                      <a:pt x="416" y="1214"/>
                    </a:lnTo>
                    <a:lnTo>
                      <a:pt x="1225" y="0"/>
                    </a:lnTo>
                    <a:lnTo>
                      <a:pt x="808" y="0"/>
                    </a:lnTo>
                    <a:lnTo>
                      <a:pt x="0" y="121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37"/>
              <p:cNvSpPr/>
              <p:nvPr/>
            </p:nvSpPr>
            <p:spPr>
              <a:xfrm>
                <a:off x="2648515" y="1492996"/>
                <a:ext cx="971982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1016" h="1214" extrusionOk="0">
                    <a:moveTo>
                      <a:pt x="0" y="1214"/>
                    </a:moveTo>
                    <a:lnTo>
                      <a:pt x="208" y="1214"/>
                    </a:lnTo>
                    <a:lnTo>
                      <a:pt x="1016" y="0"/>
                    </a:lnTo>
                    <a:lnTo>
                      <a:pt x="809" y="0"/>
                    </a:lnTo>
                    <a:lnTo>
                      <a:pt x="0" y="121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3" name="Google Shape;1093;p37"/>
            <p:cNvGrpSpPr/>
            <p:nvPr/>
          </p:nvGrpSpPr>
          <p:grpSpPr>
            <a:xfrm flipH="1">
              <a:off x="1017285" y="1615136"/>
              <a:ext cx="1176885" cy="2693420"/>
              <a:chOff x="1553545" y="1817994"/>
              <a:chExt cx="1123518" cy="2571284"/>
            </a:xfrm>
          </p:grpSpPr>
          <p:grpSp>
            <p:nvGrpSpPr>
              <p:cNvPr id="1094" name="Google Shape;1094;p37"/>
              <p:cNvGrpSpPr/>
              <p:nvPr/>
            </p:nvGrpSpPr>
            <p:grpSpPr>
              <a:xfrm>
                <a:off x="1553545" y="1817994"/>
                <a:ext cx="1123518" cy="2571284"/>
                <a:chOff x="1553545" y="1817994"/>
                <a:chExt cx="1123518" cy="2571284"/>
              </a:xfrm>
            </p:grpSpPr>
            <p:sp>
              <p:nvSpPr>
                <p:cNvPr id="1095" name="Google Shape;1095;p37"/>
                <p:cNvSpPr/>
                <p:nvPr/>
              </p:nvSpPr>
              <p:spPr>
                <a:xfrm>
                  <a:off x="1553545" y="2564602"/>
                  <a:ext cx="350879" cy="162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879" h="162321" extrusionOk="0">
                      <a:moveTo>
                        <a:pt x="350880" y="72485"/>
                      </a:moveTo>
                      <a:cubicBezTo>
                        <a:pt x="320971" y="49244"/>
                        <a:pt x="291634" y="25146"/>
                        <a:pt x="263154" y="0"/>
                      </a:cubicBezTo>
                      <a:lnTo>
                        <a:pt x="154188" y="57912"/>
                      </a:lnTo>
                      <a:lnTo>
                        <a:pt x="146283" y="61531"/>
                      </a:lnTo>
                      <a:cubicBezTo>
                        <a:pt x="145616" y="62103"/>
                        <a:pt x="144854" y="62674"/>
                        <a:pt x="144187" y="63246"/>
                      </a:cubicBezTo>
                      <a:lnTo>
                        <a:pt x="133519" y="68866"/>
                      </a:lnTo>
                      <a:cubicBezTo>
                        <a:pt x="132567" y="69247"/>
                        <a:pt x="131805" y="69818"/>
                        <a:pt x="131043" y="70485"/>
                      </a:cubicBezTo>
                      <a:cubicBezTo>
                        <a:pt x="118184" y="73628"/>
                        <a:pt x="49604" y="90869"/>
                        <a:pt x="39412" y="98298"/>
                      </a:cubicBezTo>
                      <a:cubicBezTo>
                        <a:pt x="22077" y="102203"/>
                        <a:pt x="1788" y="107251"/>
                        <a:pt x="74" y="111442"/>
                      </a:cubicBezTo>
                      <a:cubicBezTo>
                        <a:pt x="-2212" y="117157"/>
                        <a:pt x="49223" y="113824"/>
                        <a:pt x="62558" y="114300"/>
                      </a:cubicBezTo>
                      <a:lnTo>
                        <a:pt x="65034" y="115633"/>
                      </a:lnTo>
                      <a:cubicBezTo>
                        <a:pt x="60939" y="118777"/>
                        <a:pt x="37317" y="126873"/>
                        <a:pt x="37317" y="126873"/>
                      </a:cubicBezTo>
                      <a:cubicBezTo>
                        <a:pt x="36174" y="127349"/>
                        <a:pt x="3503" y="140779"/>
                        <a:pt x="8646" y="145066"/>
                      </a:cubicBezTo>
                      <a:cubicBezTo>
                        <a:pt x="13790" y="149447"/>
                        <a:pt x="87323" y="125063"/>
                        <a:pt x="71892" y="130302"/>
                      </a:cubicBezTo>
                      <a:cubicBezTo>
                        <a:pt x="70845" y="130683"/>
                        <a:pt x="9408" y="148209"/>
                        <a:pt x="15123" y="155829"/>
                      </a:cubicBezTo>
                      <a:cubicBezTo>
                        <a:pt x="18933" y="160877"/>
                        <a:pt x="73702" y="144113"/>
                        <a:pt x="76274" y="144685"/>
                      </a:cubicBezTo>
                      <a:cubicBezTo>
                        <a:pt x="78846" y="145256"/>
                        <a:pt x="29697" y="154972"/>
                        <a:pt x="34173" y="161449"/>
                      </a:cubicBezTo>
                      <a:cubicBezTo>
                        <a:pt x="36174" y="164211"/>
                        <a:pt x="60748" y="159734"/>
                        <a:pt x="68749" y="157448"/>
                      </a:cubicBezTo>
                      <a:cubicBezTo>
                        <a:pt x="75702" y="155448"/>
                        <a:pt x="98277" y="149542"/>
                        <a:pt x="133233" y="138113"/>
                      </a:cubicBezTo>
                      <a:cubicBezTo>
                        <a:pt x="172476" y="129254"/>
                        <a:pt x="266774" y="106013"/>
                        <a:pt x="350880" y="72485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6" name="Google Shape;1096;p37"/>
                <p:cNvSpPr/>
                <p:nvPr/>
              </p:nvSpPr>
              <p:spPr>
                <a:xfrm>
                  <a:off x="1786988" y="2224592"/>
                  <a:ext cx="307186" cy="437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186" h="437982" extrusionOk="0">
                      <a:moveTo>
                        <a:pt x="206026" y="37552"/>
                      </a:moveTo>
                      <a:cubicBezTo>
                        <a:pt x="183070" y="84415"/>
                        <a:pt x="98965" y="280725"/>
                        <a:pt x="98965" y="280725"/>
                      </a:cubicBezTo>
                      <a:lnTo>
                        <a:pt x="0" y="336066"/>
                      </a:lnTo>
                      <a:lnTo>
                        <a:pt x="65532" y="437983"/>
                      </a:lnTo>
                      <a:cubicBezTo>
                        <a:pt x="65532" y="437983"/>
                        <a:pt x="158687" y="416171"/>
                        <a:pt x="205264" y="373880"/>
                      </a:cubicBezTo>
                      <a:cubicBezTo>
                        <a:pt x="250222" y="333208"/>
                        <a:pt x="307848" y="64984"/>
                        <a:pt x="307181" y="976"/>
                      </a:cubicBezTo>
                      <a:cubicBezTo>
                        <a:pt x="307181" y="976"/>
                        <a:pt x="228981" y="-9406"/>
                        <a:pt x="206026" y="3755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7" name="Google Shape;1097;p37"/>
                <p:cNvSpPr/>
                <p:nvPr/>
              </p:nvSpPr>
              <p:spPr>
                <a:xfrm>
                  <a:off x="2049592" y="2091170"/>
                  <a:ext cx="99441" cy="99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41" h="99441" extrusionOk="0">
                      <a:moveTo>
                        <a:pt x="49721" y="99441"/>
                      </a:moveTo>
                      <a:cubicBezTo>
                        <a:pt x="22289" y="99441"/>
                        <a:pt x="0" y="77153"/>
                        <a:pt x="0" y="49721"/>
                      </a:cubicBezTo>
                      <a:cubicBezTo>
                        <a:pt x="0" y="22288"/>
                        <a:pt x="22289" y="0"/>
                        <a:pt x="49721" y="0"/>
                      </a:cubicBezTo>
                      <a:cubicBezTo>
                        <a:pt x="77153" y="0"/>
                        <a:pt x="99441" y="22288"/>
                        <a:pt x="99441" y="49721"/>
                      </a:cubicBezTo>
                      <a:cubicBezTo>
                        <a:pt x="99441" y="77153"/>
                        <a:pt x="77057" y="99441"/>
                        <a:pt x="49721" y="99441"/>
                      </a:cubicBezTo>
                      <a:close/>
                      <a:moveTo>
                        <a:pt x="49721" y="4477"/>
                      </a:moveTo>
                      <a:cubicBezTo>
                        <a:pt x="24765" y="4477"/>
                        <a:pt x="4382" y="24765"/>
                        <a:pt x="4382" y="49816"/>
                      </a:cubicBezTo>
                      <a:cubicBezTo>
                        <a:pt x="4382" y="74867"/>
                        <a:pt x="24670" y="95155"/>
                        <a:pt x="49721" y="95155"/>
                      </a:cubicBezTo>
                      <a:cubicBezTo>
                        <a:pt x="74771" y="95155"/>
                        <a:pt x="95060" y="74867"/>
                        <a:pt x="95060" y="49816"/>
                      </a:cubicBezTo>
                      <a:cubicBezTo>
                        <a:pt x="95060" y="24765"/>
                        <a:pt x="74676" y="4477"/>
                        <a:pt x="49721" y="44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8" name="Google Shape;1098;p37"/>
                <p:cNvSpPr/>
                <p:nvPr/>
              </p:nvSpPr>
              <p:spPr>
                <a:xfrm>
                  <a:off x="2073164" y="1898589"/>
                  <a:ext cx="248512" cy="256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512" h="256494" extrusionOk="0">
                      <a:moveTo>
                        <a:pt x="336" y="101713"/>
                      </a:moveTo>
                      <a:cubicBezTo>
                        <a:pt x="-3379" y="84377"/>
                        <a:pt x="24625" y="39610"/>
                        <a:pt x="39198" y="29418"/>
                      </a:cubicBezTo>
                      <a:cubicBezTo>
                        <a:pt x="56915" y="17131"/>
                        <a:pt x="76917" y="8654"/>
                        <a:pt x="97872" y="3510"/>
                      </a:cubicBezTo>
                      <a:cubicBezTo>
                        <a:pt x="142163" y="-7253"/>
                        <a:pt x="183121" y="7320"/>
                        <a:pt x="215601" y="39229"/>
                      </a:cubicBezTo>
                      <a:cubicBezTo>
                        <a:pt x="319042" y="140956"/>
                        <a:pt x="145592" y="256494"/>
                        <a:pt x="145592" y="256494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9" name="Google Shape;1099;p37"/>
                <p:cNvSpPr/>
                <p:nvPr/>
              </p:nvSpPr>
              <p:spPr>
                <a:xfrm>
                  <a:off x="2156177" y="1817994"/>
                  <a:ext cx="96012" cy="96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12" h="96011" extrusionOk="0">
                      <a:moveTo>
                        <a:pt x="96012" y="48006"/>
                      </a:moveTo>
                      <a:cubicBezTo>
                        <a:pt x="96012" y="74519"/>
                        <a:pt x="74519" y="96012"/>
                        <a:pt x="48006" y="96012"/>
                      </a:cubicBezTo>
                      <a:cubicBezTo>
                        <a:pt x="21493" y="96012"/>
                        <a:pt x="0" y="74519"/>
                        <a:pt x="0" y="48006"/>
                      </a:cubicBezTo>
                      <a:cubicBezTo>
                        <a:pt x="0" y="21493"/>
                        <a:pt x="21493" y="0"/>
                        <a:pt x="48006" y="0"/>
                      </a:cubicBezTo>
                      <a:cubicBezTo>
                        <a:pt x="74519" y="0"/>
                        <a:pt x="96012" y="21493"/>
                        <a:pt x="96012" y="480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0" name="Google Shape;1100;p37"/>
                <p:cNvSpPr/>
                <p:nvPr/>
              </p:nvSpPr>
              <p:spPr>
                <a:xfrm>
                  <a:off x="2295432" y="1910862"/>
                  <a:ext cx="96011" cy="96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11" h="96012" extrusionOk="0">
                      <a:moveTo>
                        <a:pt x="0" y="48006"/>
                      </a:moveTo>
                      <a:cubicBezTo>
                        <a:pt x="0" y="21431"/>
                        <a:pt x="21526" y="0"/>
                        <a:pt x="48006" y="0"/>
                      </a:cubicBezTo>
                      <a:cubicBezTo>
                        <a:pt x="74486" y="0"/>
                        <a:pt x="96012" y="21526"/>
                        <a:pt x="96012" y="48006"/>
                      </a:cubicBezTo>
                      <a:cubicBezTo>
                        <a:pt x="96012" y="74485"/>
                        <a:pt x="74486" y="96012"/>
                        <a:pt x="48006" y="96012"/>
                      </a:cubicBezTo>
                      <a:cubicBezTo>
                        <a:pt x="21526" y="96012"/>
                        <a:pt x="0" y="74581"/>
                        <a:pt x="0" y="480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1" name="Google Shape;1101;p37"/>
                <p:cNvSpPr/>
                <p:nvPr/>
              </p:nvSpPr>
              <p:spPr>
                <a:xfrm>
                  <a:off x="2066236" y="1927089"/>
                  <a:ext cx="223453" cy="440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453" h="440306" extrusionOk="0">
                      <a:moveTo>
                        <a:pt x="180619" y="116551"/>
                      </a:moveTo>
                      <a:cubicBezTo>
                        <a:pt x="180714" y="118933"/>
                        <a:pt x="182809" y="120647"/>
                        <a:pt x="185095" y="120457"/>
                      </a:cubicBezTo>
                      <a:cubicBezTo>
                        <a:pt x="194811" y="119504"/>
                        <a:pt x="217195" y="115504"/>
                        <a:pt x="222624" y="140745"/>
                      </a:cubicBezTo>
                      <a:cubicBezTo>
                        <a:pt x="228148" y="166272"/>
                        <a:pt x="204812" y="182941"/>
                        <a:pt x="190048" y="185131"/>
                      </a:cubicBezTo>
                      <a:cubicBezTo>
                        <a:pt x="185762" y="185703"/>
                        <a:pt x="165379" y="202467"/>
                        <a:pt x="162807" y="205896"/>
                      </a:cubicBezTo>
                      <a:cubicBezTo>
                        <a:pt x="154711" y="216373"/>
                        <a:pt x="174427" y="319434"/>
                        <a:pt x="178809" y="351533"/>
                      </a:cubicBezTo>
                      <a:cubicBezTo>
                        <a:pt x="187000" y="411445"/>
                        <a:pt x="98704" y="440306"/>
                        <a:pt x="98704" y="440306"/>
                      </a:cubicBezTo>
                      <a:cubicBezTo>
                        <a:pt x="98704" y="440306"/>
                        <a:pt x="48126" y="426876"/>
                        <a:pt x="42887" y="351533"/>
                      </a:cubicBezTo>
                      <a:cubicBezTo>
                        <a:pt x="42887" y="351533"/>
                        <a:pt x="45173" y="205801"/>
                        <a:pt x="44411" y="205134"/>
                      </a:cubicBezTo>
                      <a:cubicBezTo>
                        <a:pt x="31457" y="194275"/>
                        <a:pt x="-15311" y="193228"/>
                        <a:pt x="5073" y="91977"/>
                      </a:cubicBezTo>
                      <a:cubicBezTo>
                        <a:pt x="23932" y="-1749"/>
                        <a:pt x="91560" y="-1178"/>
                        <a:pt x="108895" y="346"/>
                      </a:cubicBezTo>
                      <a:cubicBezTo>
                        <a:pt x="123659" y="1680"/>
                        <a:pt x="173856" y="346"/>
                        <a:pt x="180619" y="116551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2" name="Google Shape;1102;p37"/>
                <p:cNvSpPr/>
                <p:nvPr/>
              </p:nvSpPr>
              <p:spPr>
                <a:xfrm>
                  <a:off x="2127316" y="1917239"/>
                  <a:ext cx="133661" cy="99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1" h="99928" extrusionOk="0">
                      <a:moveTo>
                        <a:pt x="0" y="5434"/>
                      </a:moveTo>
                      <a:cubicBezTo>
                        <a:pt x="0" y="5434"/>
                        <a:pt x="20479" y="120496"/>
                        <a:pt x="128778" y="96684"/>
                      </a:cubicBezTo>
                      <a:cubicBezTo>
                        <a:pt x="128683" y="96684"/>
                        <a:pt x="172402" y="-27046"/>
                        <a:pt x="0" y="543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3" name="Google Shape;1103;p37"/>
                <p:cNvSpPr/>
                <p:nvPr/>
              </p:nvSpPr>
              <p:spPr>
                <a:xfrm>
                  <a:off x="2244664" y="2065805"/>
                  <a:ext cx="33813" cy="245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13" h="24508" extrusionOk="0">
                      <a:moveTo>
                        <a:pt x="33814" y="10411"/>
                      </a:moveTo>
                      <a:cubicBezTo>
                        <a:pt x="33814" y="10411"/>
                        <a:pt x="15621" y="-20640"/>
                        <a:pt x="0" y="24508"/>
                      </a:cubicBezTo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4" name="Google Shape;1104;p37"/>
                <p:cNvSpPr/>
                <p:nvPr/>
              </p:nvSpPr>
              <p:spPr>
                <a:xfrm>
                  <a:off x="2134841" y="1998536"/>
                  <a:ext cx="20596" cy="15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96" h="15882" extrusionOk="0">
                      <a:moveTo>
                        <a:pt x="19145" y="15197"/>
                      </a:moveTo>
                      <a:cubicBezTo>
                        <a:pt x="22574" y="19197"/>
                        <a:pt x="19526" y="4529"/>
                        <a:pt x="14192" y="1576"/>
                      </a:cubicBezTo>
                      <a:cubicBezTo>
                        <a:pt x="8953" y="-1377"/>
                        <a:pt x="2572" y="-43"/>
                        <a:pt x="0" y="4433"/>
                      </a:cubicBezTo>
                      <a:cubicBezTo>
                        <a:pt x="0" y="4433"/>
                        <a:pt x="10954" y="5576"/>
                        <a:pt x="19145" y="1519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5" name="Google Shape;1105;p37"/>
                <p:cNvSpPr/>
                <p:nvPr/>
              </p:nvSpPr>
              <p:spPr>
                <a:xfrm>
                  <a:off x="2084558" y="1984965"/>
                  <a:ext cx="23231" cy="9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31" h="9817" extrusionOk="0">
                      <a:moveTo>
                        <a:pt x="1324" y="9622"/>
                      </a:moveTo>
                      <a:cubicBezTo>
                        <a:pt x="-3533" y="11432"/>
                        <a:pt x="6087" y="97"/>
                        <a:pt x="12183" y="2"/>
                      </a:cubicBezTo>
                      <a:cubicBezTo>
                        <a:pt x="18279" y="-94"/>
                        <a:pt x="23232" y="4097"/>
                        <a:pt x="23232" y="9336"/>
                      </a:cubicBezTo>
                      <a:cubicBezTo>
                        <a:pt x="23232" y="9336"/>
                        <a:pt x="13040" y="5145"/>
                        <a:pt x="1324" y="962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6" name="Google Shape;1106;p37"/>
                <p:cNvSpPr/>
                <p:nvPr/>
              </p:nvSpPr>
              <p:spPr>
                <a:xfrm>
                  <a:off x="2131242" y="2024181"/>
                  <a:ext cx="11991" cy="21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9" h="15804" extrusionOk="0">
                      <a:moveTo>
                        <a:pt x="8310" y="9045"/>
                      </a:moveTo>
                      <a:cubicBezTo>
                        <a:pt x="6976" y="13331"/>
                        <a:pt x="4214" y="16379"/>
                        <a:pt x="2118" y="15713"/>
                      </a:cubicBezTo>
                      <a:cubicBezTo>
                        <a:pt x="23" y="15046"/>
                        <a:pt x="-644" y="11045"/>
                        <a:pt x="690" y="6759"/>
                      </a:cubicBezTo>
                      <a:cubicBezTo>
                        <a:pt x="2023" y="2473"/>
                        <a:pt x="4785" y="-575"/>
                        <a:pt x="6881" y="92"/>
                      </a:cubicBezTo>
                      <a:cubicBezTo>
                        <a:pt x="8976" y="663"/>
                        <a:pt x="9643" y="4759"/>
                        <a:pt x="8310" y="90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7" name="Google Shape;1107;p37"/>
                <p:cNvSpPr/>
                <p:nvPr/>
              </p:nvSpPr>
              <p:spPr>
                <a:xfrm>
                  <a:off x="2086775" y="2007961"/>
                  <a:ext cx="11438" cy="20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4" h="15099" extrusionOk="0">
                      <a:moveTo>
                        <a:pt x="7891" y="8645"/>
                      </a:moveTo>
                      <a:cubicBezTo>
                        <a:pt x="6652" y="12741"/>
                        <a:pt x="3985" y="15598"/>
                        <a:pt x="1985" y="15027"/>
                      </a:cubicBezTo>
                      <a:cubicBezTo>
                        <a:pt x="-15" y="14455"/>
                        <a:pt x="-587" y="10550"/>
                        <a:pt x="652" y="6455"/>
                      </a:cubicBezTo>
                      <a:cubicBezTo>
                        <a:pt x="1890" y="2359"/>
                        <a:pt x="4557" y="-499"/>
                        <a:pt x="6557" y="73"/>
                      </a:cubicBezTo>
                      <a:cubicBezTo>
                        <a:pt x="8557" y="644"/>
                        <a:pt x="9224" y="4549"/>
                        <a:pt x="7891" y="86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8" name="Google Shape;1108;p37"/>
                <p:cNvSpPr/>
                <p:nvPr/>
              </p:nvSpPr>
              <p:spPr>
                <a:xfrm>
                  <a:off x="2110672" y="2132223"/>
                  <a:ext cx="69674" cy="30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674" h="30272" extrusionOk="0">
                      <a:moveTo>
                        <a:pt x="70" y="0"/>
                      </a:moveTo>
                      <a:cubicBezTo>
                        <a:pt x="70" y="0"/>
                        <a:pt x="44362" y="4477"/>
                        <a:pt x="66269" y="1143"/>
                      </a:cubicBezTo>
                      <a:cubicBezTo>
                        <a:pt x="88177" y="-2286"/>
                        <a:pt x="-2882" y="69152"/>
                        <a:pt x="70" y="0"/>
                      </a:cubicBez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9" name="Google Shape;1109;p37"/>
                <p:cNvSpPr/>
                <p:nvPr/>
              </p:nvSpPr>
              <p:spPr>
                <a:xfrm>
                  <a:off x="2023112" y="4149142"/>
                  <a:ext cx="120110" cy="168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110" h="168520" extrusionOk="0">
                      <a:moveTo>
                        <a:pt x="120110" y="2953"/>
                      </a:moveTo>
                      <a:lnTo>
                        <a:pt x="104204" y="115919"/>
                      </a:lnTo>
                      <a:cubicBezTo>
                        <a:pt x="104204" y="115919"/>
                        <a:pt x="78677" y="190881"/>
                        <a:pt x="54959" y="161830"/>
                      </a:cubicBezTo>
                      <a:cubicBezTo>
                        <a:pt x="31242" y="132779"/>
                        <a:pt x="7810" y="117443"/>
                        <a:pt x="7810" y="117443"/>
                      </a:cubicBezTo>
                      <a:lnTo>
                        <a:pt x="0" y="0"/>
                      </a:lnTo>
                      <a:lnTo>
                        <a:pt x="120110" y="2953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0" name="Google Shape;1110;p37"/>
                <p:cNvSpPr/>
                <p:nvPr/>
              </p:nvSpPr>
              <p:spPr>
                <a:xfrm>
                  <a:off x="2520889" y="4143237"/>
                  <a:ext cx="101155" cy="135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155" h="135646" extrusionOk="0">
                      <a:moveTo>
                        <a:pt x="0" y="95"/>
                      </a:moveTo>
                      <a:lnTo>
                        <a:pt x="35147" y="112776"/>
                      </a:lnTo>
                      <a:cubicBezTo>
                        <a:pt x="35147" y="112776"/>
                        <a:pt x="61912" y="136207"/>
                        <a:pt x="71533" y="135636"/>
                      </a:cubicBezTo>
                      <a:cubicBezTo>
                        <a:pt x="89154" y="134493"/>
                        <a:pt x="98298" y="104204"/>
                        <a:pt x="98298" y="104204"/>
                      </a:cubicBezTo>
                      <a:lnTo>
                        <a:pt x="10115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1" name="Google Shape;1111;p37"/>
                <p:cNvSpPr/>
                <p:nvPr/>
              </p:nvSpPr>
              <p:spPr>
                <a:xfrm>
                  <a:off x="1926160" y="4247215"/>
                  <a:ext cx="213243" cy="106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43" h="106333" extrusionOk="0">
                      <a:moveTo>
                        <a:pt x="96952" y="18799"/>
                      </a:moveTo>
                      <a:lnTo>
                        <a:pt x="2274" y="95475"/>
                      </a:lnTo>
                      <a:cubicBezTo>
                        <a:pt x="-2584" y="99095"/>
                        <a:pt x="845" y="105095"/>
                        <a:pt x="7799" y="105191"/>
                      </a:cubicBezTo>
                      <a:lnTo>
                        <a:pt x="147530" y="106333"/>
                      </a:lnTo>
                      <a:cubicBezTo>
                        <a:pt x="150864" y="106333"/>
                        <a:pt x="153912" y="104810"/>
                        <a:pt x="155055" y="102524"/>
                      </a:cubicBezTo>
                      <a:lnTo>
                        <a:pt x="165628" y="80902"/>
                      </a:lnTo>
                      <a:cubicBezTo>
                        <a:pt x="168676" y="74615"/>
                        <a:pt x="174772" y="74139"/>
                        <a:pt x="174200" y="80807"/>
                      </a:cubicBezTo>
                      <a:lnTo>
                        <a:pt x="179344" y="101666"/>
                      </a:lnTo>
                      <a:cubicBezTo>
                        <a:pt x="179058" y="105000"/>
                        <a:pt x="212491" y="104048"/>
                        <a:pt x="212777" y="101095"/>
                      </a:cubicBezTo>
                      <a:cubicBezTo>
                        <a:pt x="214586" y="82521"/>
                        <a:pt x="210776" y="21942"/>
                        <a:pt x="207442" y="4988"/>
                      </a:cubicBezTo>
                      <a:cubicBezTo>
                        <a:pt x="206966" y="2606"/>
                        <a:pt x="204490" y="606"/>
                        <a:pt x="201156" y="130"/>
                      </a:cubicBezTo>
                      <a:lnTo>
                        <a:pt x="201156" y="130"/>
                      </a:lnTo>
                      <a:cubicBezTo>
                        <a:pt x="198203" y="-346"/>
                        <a:pt x="195155" y="511"/>
                        <a:pt x="193346" y="2321"/>
                      </a:cubicBezTo>
                      <a:cubicBezTo>
                        <a:pt x="183916" y="11465"/>
                        <a:pt x="153721" y="38897"/>
                        <a:pt x="137719" y="33372"/>
                      </a:cubicBezTo>
                      <a:cubicBezTo>
                        <a:pt x="126956" y="29657"/>
                        <a:pt x="112954" y="22990"/>
                        <a:pt x="108668" y="19180"/>
                      </a:cubicBezTo>
                      <a:cubicBezTo>
                        <a:pt x="105620" y="16513"/>
                        <a:pt x="100191" y="16418"/>
                        <a:pt x="96952" y="1879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2" name="Google Shape;1112;p37"/>
                <p:cNvSpPr/>
                <p:nvPr/>
              </p:nvSpPr>
              <p:spPr>
                <a:xfrm>
                  <a:off x="2539790" y="4242903"/>
                  <a:ext cx="137273" cy="14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273" h="146375" extrusionOk="0">
                      <a:moveTo>
                        <a:pt x="80730" y="727"/>
                      </a:moveTo>
                      <a:lnTo>
                        <a:pt x="134451" y="90738"/>
                      </a:lnTo>
                      <a:cubicBezTo>
                        <a:pt x="140166" y="99501"/>
                        <a:pt x="137023" y="109979"/>
                        <a:pt x="126641" y="116074"/>
                      </a:cubicBezTo>
                      <a:cubicBezTo>
                        <a:pt x="109877" y="126076"/>
                        <a:pt x="96065" y="145983"/>
                        <a:pt x="85493" y="146364"/>
                      </a:cubicBezTo>
                      <a:cubicBezTo>
                        <a:pt x="66348" y="146936"/>
                        <a:pt x="36725" y="126742"/>
                        <a:pt x="19389" y="119218"/>
                      </a:cubicBezTo>
                      <a:cubicBezTo>
                        <a:pt x="7769" y="114170"/>
                        <a:pt x="-1280" y="106740"/>
                        <a:pt x="149" y="97024"/>
                      </a:cubicBezTo>
                      <a:lnTo>
                        <a:pt x="13484" y="6728"/>
                      </a:lnTo>
                      <a:cubicBezTo>
                        <a:pt x="13674" y="5584"/>
                        <a:pt x="15579" y="5204"/>
                        <a:pt x="16627" y="6061"/>
                      </a:cubicBezTo>
                      <a:lnTo>
                        <a:pt x="37201" y="24730"/>
                      </a:lnTo>
                      <a:cubicBezTo>
                        <a:pt x="43964" y="30826"/>
                        <a:pt x="62252" y="30064"/>
                        <a:pt x="66824" y="22730"/>
                      </a:cubicBezTo>
                      <a:cubicBezTo>
                        <a:pt x="70062" y="17491"/>
                        <a:pt x="77682" y="631"/>
                        <a:pt x="77682" y="631"/>
                      </a:cubicBezTo>
                      <a:cubicBezTo>
                        <a:pt x="78349" y="-226"/>
                        <a:pt x="80159" y="-226"/>
                        <a:pt x="80730" y="72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3" name="Google Shape;1113;p37"/>
                <p:cNvSpPr/>
                <p:nvPr/>
              </p:nvSpPr>
              <p:spPr>
                <a:xfrm>
                  <a:off x="1955027" y="2647812"/>
                  <a:ext cx="690544" cy="1529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544" h="1529945" extrusionOk="0">
                      <a:moveTo>
                        <a:pt x="380506" y="10668"/>
                      </a:moveTo>
                      <a:cubicBezTo>
                        <a:pt x="423845" y="87344"/>
                        <a:pt x="446800" y="143542"/>
                        <a:pt x="471755" y="241078"/>
                      </a:cubicBezTo>
                      <a:cubicBezTo>
                        <a:pt x="500711" y="354139"/>
                        <a:pt x="676924" y="1310830"/>
                        <a:pt x="690545" y="1516475"/>
                      </a:cubicBezTo>
                      <a:cubicBezTo>
                        <a:pt x="654921" y="1525048"/>
                        <a:pt x="554909" y="1523810"/>
                        <a:pt x="532334" y="1522571"/>
                      </a:cubicBezTo>
                      <a:cubicBezTo>
                        <a:pt x="460706" y="1317307"/>
                        <a:pt x="303163" y="639128"/>
                        <a:pt x="272492" y="509778"/>
                      </a:cubicBezTo>
                      <a:cubicBezTo>
                        <a:pt x="267730" y="489871"/>
                        <a:pt x="237059" y="494252"/>
                        <a:pt x="239441" y="514540"/>
                      </a:cubicBezTo>
                      <a:cubicBezTo>
                        <a:pt x="256871" y="662273"/>
                        <a:pt x="168670" y="1295781"/>
                        <a:pt x="215438" y="1522952"/>
                      </a:cubicBezTo>
                      <a:cubicBezTo>
                        <a:pt x="196769" y="1532477"/>
                        <a:pt x="83802" y="1530382"/>
                        <a:pt x="62180" y="1527620"/>
                      </a:cubicBezTo>
                      <a:cubicBezTo>
                        <a:pt x="38749" y="1274254"/>
                        <a:pt x="-85933" y="315278"/>
                        <a:pt x="102185" y="4381"/>
                      </a:cubicBezTo>
                      <a:cubicBezTo>
                        <a:pt x="188291" y="-7430"/>
                        <a:pt x="293257" y="8096"/>
                        <a:pt x="380506" y="1066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4" name="Google Shape;1114;p37"/>
                <p:cNvSpPr/>
                <p:nvPr/>
              </p:nvSpPr>
              <p:spPr>
                <a:xfrm>
                  <a:off x="2011415" y="2221758"/>
                  <a:ext cx="427558" cy="457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558" h="457609" extrusionOk="0">
                      <a:moveTo>
                        <a:pt x="83135" y="23717"/>
                      </a:moveTo>
                      <a:cubicBezTo>
                        <a:pt x="85611" y="29813"/>
                        <a:pt x="-2971" y="218599"/>
                        <a:pt x="77" y="278130"/>
                      </a:cubicBezTo>
                      <a:cubicBezTo>
                        <a:pt x="3125" y="338137"/>
                        <a:pt x="44082" y="439102"/>
                        <a:pt x="40844" y="448056"/>
                      </a:cubicBezTo>
                      <a:cubicBezTo>
                        <a:pt x="40844" y="448056"/>
                        <a:pt x="170765" y="476250"/>
                        <a:pt x="427559" y="435769"/>
                      </a:cubicBezTo>
                      <a:cubicBezTo>
                        <a:pt x="411176" y="289465"/>
                        <a:pt x="353740" y="140494"/>
                        <a:pt x="327261" y="66199"/>
                      </a:cubicBezTo>
                      <a:cubicBezTo>
                        <a:pt x="327261" y="66199"/>
                        <a:pt x="245250" y="1619"/>
                        <a:pt x="223533" y="0"/>
                      </a:cubicBezTo>
                      <a:cubicBezTo>
                        <a:pt x="223438" y="0"/>
                        <a:pt x="184386" y="53816"/>
                        <a:pt x="83135" y="237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5" name="Google Shape;1115;p37"/>
                <p:cNvSpPr/>
                <p:nvPr/>
              </p:nvSpPr>
              <p:spPr>
                <a:xfrm>
                  <a:off x="1664696" y="2342048"/>
                  <a:ext cx="371180" cy="270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180" h="270520" extrusionOk="0">
                      <a:moveTo>
                        <a:pt x="371180" y="270521"/>
                      </a:moveTo>
                      <a:lnTo>
                        <a:pt x="310030" y="68877"/>
                      </a:lnTo>
                      <a:cubicBezTo>
                        <a:pt x="304981" y="52208"/>
                        <a:pt x="291265" y="39730"/>
                        <a:pt x="274216" y="36111"/>
                      </a:cubicBezTo>
                      <a:lnTo>
                        <a:pt x="26470" y="487"/>
                      </a:lnTo>
                      <a:cubicBezTo>
                        <a:pt x="10183" y="-2942"/>
                        <a:pt x="-3819" y="12298"/>
                        <a:pt x="943" y="28300"/>
                      </a:cubicBezTo>
                      <a:lnTo>
                        <a:pt x="52664" y="201750"/>
                      </a:lnTo>
                      <a:cubicBezTo>
                        <a:pt x="54950" y="209371"/>
                        <a:pt x="61046" y="215086"/>
                        <a:pt x="68761" y="216895"/>
                      </a:cubicBezTo>
                      <a:lnTo>
                        <a:pt x="371180" y="27052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6" name="Google Shape;1116;p37"/>
                <p:cNvSpPr/>
                <p:nvPr/>
              </p:nvSpPr>
              <p:spPr>
                <a:xfrm>
                  <a:off x="1880521" y="2448333"/>
                  <a:ext cx="236793" cy="224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793" h="224719" extrusionOk="0">
                      <a:moveTo>
                        <a:pt x="204980" y="224720"/>
                      </a:moveTo>
                      <a:cubicBezTo>
                        <a:pt x="99158" y="152235"/>
                        <a:pt x="39626" y="95371"/>
                        <a:pt x="28292" y="85369"/>
                      </a:cubicBezTo>
                      <a:cubicBezTo>
                        <a:pt x="21815" y="79654"/>
                        <a:pt x="4098" y="60319"/>
                        <a:pt x="5527" y="57080"/>
                      </a:cubicBezTo>
                      <a:cubicBezTo>
                        <a:pt x="8861" y="49650"/>
                        <a:pt x="44865" y="87750"/>
                        <a:pt x="44008" y="85179"/>
                      </a:cubicBezTo>
                      <a:cubicBezTo>
                        <a:pt x="43055" y="82702"/>
                        <a:pt x="-2379" y="43269"/>
                        <a:pt x="98" y="37268"/>
                      </a:cubicBezTo>
                      <a:cubicBezTo>
                        <a:pt x="3908" y="28124"/>
                        <a:pt x="53819" y="72891"/>
                        <a:pt x="54676" y="73654"/>
                      </a:cubicBezTo>
                      <a:cubicBezTo>
                        <a:pt x="67916" y="84512"/>
                        <a:pt x="5241" y="32696"/>
                        <a:pt x="6289" y="25743"/>
                      </a:cubicBezTo>
                      <a:cubicBezTo>
                        <a:pt x="7337" y="18885"/>
                        <a:pt x="37626" y="40506"/>
                        <a:pt x="38674" y="41269"/>
                      </a:cubicBezTo>
                      <a:cubicBezTo>
                        <a:pt x="38674" y="41269"/>
                        <a:pt x="63439" y="61366"/>
                        <a:pt x="65344" y="59842"/>
                      </a:cubicBezTo>
                      <a:cubicBezTo>
                        <a:pt x="67154" y="58318"/>
                        <a:pt x="24672" y="1168"/>
                        <a:pt x="32102" y="25"/>
                      </a:cubicBezTo>
                      <a:cubicBezTo>
                        <a:pt x="39531" y="-1118"/>
                        <a:pt x="74393" y="36982"/>
                        <a:pt x="82965" y="45079"/>
                      </a:cubicBezTo>
                      <a:cubicBezTo>
                        <a:pt x="91538" y="53175"/>
                        <a:pt x="106587" y="61080"/>
                        <a:pt x="111445" y="60319"/>
                      </a:cubicBezTo>
                      <a:cubicBezTo>
                        <a:pt x="115541" y="59652"/>
                        <a:pt x="118970" y="41745"/>
                        <a:pt x="114874" y="32601"/>
                      </a:cubicBezTo>
                      <a:cubicBezTo>
                        <a:pt x="114874" y="32601"/>
                        <a:pt x="135829" y="54604"/>
                        <a:pt x="142211" y="73082"/>
                      </a:cubicBezTo>
                      <a:cubicBezTo>
                        <a:pt x="145544" y="82797"/>
                        <a:pt x="147640" y="95180"/>
                        <a:pt x="147640" y="95180"/>
                      </a:cubicBezTo>
                      <a:lnTo>
                        <a:pt x="236794" y="154045"/>
                      </a:lnTo>
                      <a:lnTo>
                        <a:pt x="204980" y="224720"/>
                      </a:lnTo>
                      <a:close/>
                    </a:path>
                  </a:pathLst>
                </a:custGeom>
                <a:solidFill>
                  <a:srgbClr val="D460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7" name="Google Shape;1117;p37"/>
                <p:cNvSpPr/>
                <p:nvPr/>
              </p:nvSpPr>
              <p:spPr>
                <a:xfrm>
                  <a:off x="1985775" y="2277890"/>
                  <a:ext cx="410182" cy="4982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182" h="498297" extrusionOk="0">
                      <a:moveTo>
                        <a:pt x="283369" y="73313"/>
                      </a:moveTo>
                      <a:cubicBezTo>
                        <a:pt x="283369" y="73313"/>
                        <a:pt x="306419" y="-21556"/>
                        <a:pt x="348996" y="4543"/>
                      </a:cubicBezTo>
                      <a:cubicBezTo>
                        <a:pt x="421100" y="48644"/>
                        <a:pt x="449866" y="263051"/>
                        <a:pt x="319564" y="482984"/>
                      </a:cubicBezTo>
                      <a:cubicBezTo>
                        <a:pt x="277273" y="554326"/>
                        <a:pt x="0" y="353253"/>
                        <a:pt x="0" y="353253"/>
                      </a:cubicBezTo>
                      <a:lnTo>
                        <a:pt x="65627" y="250288"/>
                      </a:lnTo>
                      <a:lnTo>
                        <a:pt x="215360" y="343252"/>
                      </a:lnTo>
                      <a:lnTo>
                        <a:pt x="283369" y="7331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8" name="Google Shape;1118;p37"/>
                <p:cNvSpPr/>
                <p:nvPr/>
              </p:nvSpPr>
              <p:spPr>
                <a:xfrm>
                  <a:off x="2205135" y="2091170"/>
                  <a:ext cx="99441" cy="99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41" h="99441" extrusionOk="0">
                      <a:moveTo>
                        <a:pt x="49721" y="99441"/>
                      </a:moveTo>
                      <a:cubicBezTo>
                        <a:pt x="22289" y="99441"/>
                        <a:pt x="0" y="77153"/>
                        <a:pt x="0" y="49721"/>
                      </a:cubicBezTo>
                      <a:cubicBezTo>
                        <a:pt x="0" y="22288"/>
                        <a:pt x="22289" y="0"/>
                        <a:pt x="49721" y="0"/>
                      </a:cubicBezTo>
                      <a:cubicBezTo>
                        <a:pt x="77152" y="0"/>
                        <a:pt x="99441" y="22288"/>
                        <a:pt x="99441" y="49721"/>
                      </a:cubicBezTo>
                      <a:cubicBezTo>
                        <a:pt x="99441" y="77153"/>
                        <a:pt x="77152" y="99441"/>
                        <a:pt x="49721" y="99441"/>
                      </a:cubicBezTo>
                      <a:close/>
                      <a:moveTo>
                        <a:pt x="49721" y="4477"/>
                      </a:moveTo>
                      <a:cubicBezTo>
                        <a:pt x="24765" y="4477"/>
                        <a:pt x="4381" y="24765"/>
                        <a:pt x="4381" y="49816"/>
                      </a:cubicBezTo>
                      <a:cubicBezTo>
                        <a:pt x="4381" y="74867"/>
                        <a:pt x="24670" y="95155"/>
                        <a:pt x="49721" y="95155"/>
                      </a:cubicBezTo>
                      <a:cubicBezTo>
                        <a:pt x="74771" y="95155"/>
                        <a:pt x="95060" y="74867"/>
                        <a:pt x="95060" y="49816"/>
                      </a:cubicBezTo>
                      <a:cubicBezTo>
                        <a:pt x="95060" y="24765"/>
                        <a:pt x="74676" y="4477"/>
                        <a:pt x="49721" y="44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19" name="Google Shape;1119;p37"/>
              <p:cNvSpPr/>
              <p:nvPr/>
            </p:nvSpPr>
            <p:spPr>
              <a:xfrm rot="-9414398">
                <a:off x="2144222" y="2053107"/>
                <a:ext cx="41373" cy="23141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0" name="Google Shape;1120;p37"/>
            <p:cNvGrpSpPr/>
            <p:nvPr/>
          </p:nvGrpSpPr>
          <p:grpSpPr>
            <a:xfrm>
              <a:off x="3240259" y="1052240"/>
              <a:ext cx="1031754" cy="966798"/>
              <a:chOff x="1932280" y="1331475"/>
              <a:chExt cx="637200" cy="597084"/>
            </a:xfrm>
          </p:grpSpPr>
          <p:sp>
            <p:nvSpPr>
              <p:cNvPr id="1121" name="Google Shape;1121;p37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2" name="Google Shape;1122;p37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3" name="Google Shape;1123;p37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37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5" name="Google Shape;1125;p37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6" name="Google Shape;1126;p37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37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7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7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0" name="Google Shape;1130;p37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1" name="Google Shape;1131;p37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2" name="Google Shape;1132;p37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3" name="Google Shape;1133;p37"/>
            <p:cNvGrpSpPr/>
            <p:nvPr/>
          </p:nvGrpSpPr>
          <p:grpSpPr>
            <a:xfrm>
              <a:off x="2506206" y="2214150"/>
              <a:ext cx="1122628" cy="1495382"/>
              <a:chOff x="8029471" y="1308462"/>
              <a:chExt cx="617100" cy="822000"/>
            </a:xfrm>
          </p:grpSpPr>
          <p:sp>
            <p:nvSpPr>
              <p:cNvPr id="1134" name="Google Shape;1134;p37"/>
              <p:cNvSpPr/>
              <p:nvPr/>
            </p:nvSpPr>
            <p:spPr>
              <a:xfrm>
                <a:off x="8029471" y="1308462"/>
                <a:ext cx="617100" cy="822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5" name="Google Shape;1135;p37"/>
              <p:cNvSpPr/>
              <p:nvPr/>
            </p:nvSpPr>
            <p:spPr>
              <a:xfrm>
                <a:off x="8079218" y="1651909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6" name="Google Shape;1136;p37"/>
              <p:cNvSpPr/>
              <p:nvPr/>
            </p:nvSpPr>
            <p:spPr>
              <a:xfrm>
                <a:off x="8079218" y="1695916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7" name="Google Shape;1137;p37"/>
              <p:cNvSpPr/>
              <p:nvPr/>
            </p:nvSpPr>
            <p:spPr>
              <a:xfrm>
                <a:off x="8079218" y="1738966"/>
                <a:ext cx="5349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8" name="Google Shape;1138;p37"/>
              <p:cNvSpPr/>
              <p:nvPr/>
            </p:nvSpPr>
            <p:spPr>
              <a:xfrm>
                <a:off x="8079218" y="1782973"/>
                <a:ext cx="3090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9" name="Google Shape;1139;p37"/>
              <p:cNvSpPr/>
              <p:nvPr/>
            </p:nvSpPr>
            <p:spPr>
              <a:xfrm>
                <a:off x="8079218" y="1826981"/>
                <a:ext cx="3090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0" name="Google Shape;1140;p37"/>
              <p:cNvSpPr/>
              <p:nvPr/>
            </p:nvSpPr>
            <p:spPr>
              <a:xfrm>
                <a:off x="8077305" y="1389780"/>
                <a:ext cx="204600" cy="204600"/>
              </a:xfrm>
              <a:prstGeom prst="ellipse">
                <a:avLst/>
              </a:prstGeom>
              <a:solidFill>
                <a:srgbClr val="FF494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37"/>
              <p:cNvSpPr/>
              <p:nvPr/>
            </p:nvSpPr>
            <p:spPr>
              <a:xfrm>
                <a:off x="8066781" y="1380213"/>
                <a:ext cx="224819" cy="223862"/>
              </a:xfrm>
              <a:custGeom>
                <a:avLst/>
                <a:gdLst/>
                <a:ahLst/>
                <a:cxnLst/>
                <a:rect l="l" t="t" r="r" b="b"/>
                <a:pathLst>
                  <a:path w="257" h="257" extrusionOk="0">
                    <a:moveTo>
                      <a:pt x="129" y="257"/>
                    </a:moveTo>
                    <a:cubicBezTo>
                      <a:pt x="58" y="257"/>
                      <a:pt x="0" y="199"/>
                      <a:pt x="0" y="128"/>
                    </a:cubicBezTo>
                    <a:cubicBezTo>
                      <a:pt x="0" y="58"/>
                      <a:pt x="58" y="0"/>
                      <a:pt x="129" y="0"/>
                    </a:cubicBezTo>
                    <a:cubicBezTo>
                      <a:pt x="200" y="0"/>
                      <a:pt x="257" y="58"/>
                      <a:pt x="257" y="128"/>
                    </a:cubicBezTo>
                    <a:cubicBezTo>
                      <a:pt x="257" y="135"/>
                      <a:pt x="252" y="140"/>
                      <a:pt x="246" y="140"/>
                    </a:cubicBezTo>
                    <a:cubicBezTo>
                      <a:pt x="240" y="140"/>
                      <a:pt x="234" y="135"/>
                      <a:pt x="234" y="128"/>
                    </a:cubicBezTo>
                    <a:cubicBezTo>
                      <a:pt x="234" y="70"/>
                      <a:pt x="187" y="23"/>
                      <a:pt x="129" y="23"/>
                    </a:cubicBezTo>
                    <a:cubicBezTo>
                      <a:pt x="71" y="23"/>
                      <a:pt x="23" y="70"/>
                      <a:pt x="23" y="128"/>
                    </a:cubicBezTo>
                    <a:cubicBezTo>
                      <a:pt x="23" y="187"/>
                      <a:pt x="71" y="234"/>
                      <a:pt x="129" y="234"/>
                    </a:cubicBezTo>
                    <a:cubicBezTo>
                      <a:pt x="135" y="234"/>
                      <a:pt x="140" y="239"/>
                      <a:pt x="140" y="245"/>
                    </a:cubicBezTo>
                    <a:cubicBezTo>
                      <a:pt x="140" y="252"/>
                      <a:pt x="135" y="257"/>
                      <a:pt x="129" y="25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2" name="Google Shape;1142;p37"/>
              <p:cNvSpPr/>
              <p:nvPr/>
            </p:nvSpPr>
            <p:spPr>
              <a:xfrm>
                <a:off x="8114615" y="1428047"/>
                <a:ext cx="130200" cy="12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3" name="Google Shape;1143;p37"/>
              <p:cNvSpPr/>
              <p:nvPr/>
            </p:nvSpPr>
            <p:spPr>
              <a:xfrm>
                <a:off x="8317430" y="1380213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4" name="Google Shape;1144;p37"/>
              <p:cNvSpPr/>
              <p:nvPr/>
            </p:nvSpPr>
            <p:spPr>
              <a:xfrm>
                <a:off x="8317430" y="1424220"/>
                <a:ext cx="2964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5" name="Google Shape;1145;p37"/>
              <p:cNvSpPr/>
              <p:nvPr/>
            </p:nvSpPr>
            <p:spPr>
              <a:xfrm>
                <a:off x="8317430" y="1468227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37"/>
              <p:cNvSpPr/>
              <p:nvPr/>
            </p:nvSpPr>
            <p:spPr>
              <a:xfrm>
                <a:off x="8317430" y="1512234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7" name="Google Shape;1147;p37"/>
              <p:cNvSpPr/>
              <p:nvPr/>
            </p:nvSpPr>
            <p:spPr>
              <a:xfrm>
                <a:off x="8317430" y="1557198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8" name="Google Shape;1148;p37"/>
              <p:cNvSpPr/>
              <p:nvPr/>
            </p:nvSpPr>
            <p:spPr>
              <a:xfrm>
                <a:off x="8190192" y="1887251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9" name="Google Shape;1149;p37"/>
              <p:cNvSpPr/>
              <p:nvPr/>
            </p:nvSpPr>
            <p:spPr>
              <a:xfrm>
                <a:off x="8190192" y="1911168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0" name="Google Shape;1150;p37"/>
              <p:cNvSpPr/>
              <p:nvPr/>
            </p:nvSpPr>
            <p:spPr>
              <a:xfrm>
                <a:off x="8190192" y="19350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1" name="Google Shape;1151;p37"/>
              <p:cNvSpPr/>
              <p:nvPr/>
            </p:nvSpPr>
            <p:spPr>
              <a:xfrm>
                <a:off x="8079218" y="1887251"/>
                <a:ext cx="79500" cy="7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2" name="Google Shape;1152;p37"/>
              <p:cNvSpPr/>
              <p:nvPr/>
            </p:nvSpPr>
            <p:spPr>
              <a:xfrm>
                <a:off x="8499198" y="1887251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3" name="Google Shape;1153;p37"/>
              <p:cNvSpPr/>
              <p:nvPr/>
            </p:nvSpPr>
            <p:spPr>
              <a:xfrm>
                <a:off x="8499198" y="1911168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4" name="Google Shape;1154;p37"/>
              <p:cNvSpPr/>
              <p:nvPr/>
            </p:nvSpPr>
            <p:spPr>
              <a:xfrm>
                <a:off x="8499198" y="19350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5" name="Google Shape;1155;p37"/>
              <p:cNvSpPr/>
              <p:nvPr/>
            </p:nvSpPr>
            <p:spPr>
              <a:xfrm>
                <a:off x="8388224" y="1887251"/>
                <a:ext cx="79500" cy="79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6" name="Google Shape;1156;p37"/>
              <p:cNvSpPr/>
              <p:nvPr/>
            </p:nvSpPr>
            <p:spPr>
              <a:xfrm>
                <a:off x="8190192" y="1999182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7" name="Google Shape;1157;p37"/>
              <p:cNvSpPr/>
              <p:nvPr/>
            </p:nvSpPr>
            <p:spPr>
              <a:xfrm>
                <a:off x="8190192" y="2023099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8" name="Google Shape;1158;p37"/>
              <p:cNvSpPr/>
              <p:nvPr/>
            </p:nvSpPr>
            <p:spPr>
              <a:xfrm>
                <a:off x="8190192" y="20479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p37"/>
              <p:cNvSpPr/>
              <p:nvPr/>
            </p:nvSpPr>
            <p:spPr>
              <a:xfrm>
                <a:off x="8079218" y="1999182"/>
                <a:ext cx="79500" cy="79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p37"/>
              <p:cNvSpPr/>
              <p:nvPr/>
            </p:nvSpPr>
            <p:spPr>
              <a:xfrm>
                <a:off x="8499198" y="1999182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1" name="Google Shape;1161;p37"/>
              <p:cNvSpPr/>
              <p:nvPr/>
            </p:nvSpPr>
            <p:spPr>
              <a:xfrm>
                <a:off x="8499198" y="2023099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2" name="Google Shape;1162;p37"/>
              <p:cNvSpPr/>
              <p:nvPr/>
            </p:nvSpPr>
            <p:spPr>
              <a:xfrm>
                <a:off x="8499198" y="20479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3" name="Google Shape;1163;p37"/>
              <p:cNvSpPr/>
              <p:nvPr/>
            </p:nvSpPr>
            <p:spPr>
              <a:xfrm>
                <a:off x="8388224" y="1999182"/>
                <a:ext cx="79500" cy="79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4" name="Google Shape;1164;p37"/>
            <p:cNvGrpSpPr/>
            <p:nvPr/>
          </p:nvGrpSpPr>
          <p:grpSpPr>
            <a:xfrm>
              <a:off x="2506200" y="917307"/>
              <a:ext cx="540534" cy="882935"/>
              <a:chOff x="6346165" y="636875"/>
              <a:chExt cx="308049" cy="503212"/>
            </a:xfrm>
          </p:grpSpPr>
          <p:sp>
            <p:nvSpPr>
              <p:cNvPr id="1165" name="Google Shape;1165;p37"/>
              <p:cNvSpPr/>
              <p:nvPr/>
            </p:nvSpPr>
            <p:spPr>
              <a:xfrm>
                <a:off x="6347122" y="707669"/>
                <a:ext cx="273610" cy="426678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6" name="Google Shape;1166;p37"/>
              <p:cNvSpPr/>
              <p:nvPr/>
            </p:nvSpPr>
            <p:spPr>
              <a:xfrm>
                <a:off x="6347122" y="1010936"/>
                <a:ext cx="100451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7" name="Google Shape;1167;p37"/>
              <p:cNvSpPr/>
              <p:nvPr/>
            </p:nvSpPr>
            <p:spPr>
              <a:xfrm>
                <a:off x="6346165" y="1122867"/>
                <a:ext cx="15307" cy="172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8" name="Google Shape;1168;p37"/>
              <p:cNvSpPr/>
              <p:nvPr/>
            </p:nvSpPr>
            <p:spPr>
              <a:xfrm>
                <a:off x="6602554" y="636875"/>
                <a:ext cx="51660" cy="56444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p37"/>
              <p:cNvSpPr/>
              <p:nvPr/>
            </p:nvSpPr>
            <p:spPr>
              <a:xfrm>
                <a:off x="6569071" y="710539"/>
                <a:ext cx="81318" cy="192292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0" name="Google Shape;1170;p37"/>
              <p:cNvSpPr/>
              <p:nvPr/>
            </p:nvSpPr>
            <p:spPr>
              <a:xfrm>
                <a:off x="6566201" y="677055"/>
                <a:ext cx="74621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1" name="Google Shape;1171;p37"/>
            <p:cNvGrpSpPr/>
            <p:nvPr/>
          </p:nvGrpSpPr>
          <p:grpSpPr>
            <a:xfrm>
              <a:off x="2232569" y="835727"/>
              <a:ext cx="415198" cy="415198"/>
              <a:chOff x="1404969" y="1106377"/>
              <a:chExt cx="415198" cy="415198"/>
            </a:xfrm>
          </p:grpSpPr>
          <p:sp>
            <p:nvSpPr>
              <p:cNvPr id="1172" name="Google Shape;1172;p37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3" name="Google Shape;1173;p37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74" name="Google Shape;1174;p37"/>
            <p:cNvSpPr/>
            <p:nvPr/>
          </p:nvSpPr>
          <p:spPr>
            <a:xfrm>
              <a:off x="1551075" y="809699"/>
              <a:ext cx="333550" cy="5501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37"/>
            <p:cNvSpPr/>
            <p:nvPr/>
          </p:nvSpPr>
          <p:spPr>
            <a:xfrm>
              <a:off x="1962697" y="1509313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52CA88A-380D-CE79-2091-E1EE8D0745F0}"/>
              </a:ext>
            </a:extLst>
          </p:cNvPr>
          <p:cNvSpPr txBox="1"/>
          <p:nvPr/>
        </p:nvSpPr>
        <p:spPr>
          <a:xfrm>
            <a:off x="4076854" y="1563071"/>
            <a:ext cx="92244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rgbClr val="4C69B2"/>
                </a:solidFill>
                <a:latin typeface="Baloo 2 ExtraBold" panose="020B0604020202020204" charset="0"/>
                <a:cs typeface="Baloo 2 ExtraBold" panose="020B0604020202020204" charset="0"/>
              </a:rPr>
              <a:t>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9387E-BBE5-1824-C73E-6839C11C0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1069;p36">
            <a:extLst>
              <a:ext uri="{FF2B5EF4-FFF2-40B4-BE49-F238E27FC236}">
                <a16:creationId xmlns:a16="http://schemas.microsoft.com/office/drawing/2014/main" id="{B0A7D151-3F10-9AF9-4FC0-12542FC64095}"/>
              </a:ext>
            </a:extLst>
          </p:cNvPr>
          <p:cNvGrpSpPr/>
          <p:nvPr/>
        </p:nvGrpSpPr>
        <p:grpSpPr>
          <a:xfrm rot="6430980">
            <a:off x="-793898" y="-600949"/>
            <a:ext cx="1698157" cy="1359553"/>
            <a:chOff x="6107011" y="-1260420"/>
            <a:chExt cx="3381355" cy="2773074"/>
          </a:xfrm>
        </p:grpSpPr>
        <p:sp>
          <p:nvSpPr>
            <p:cNvPr id="10" name="Google Shape;1070;p36">
              <a:extLst>
                <a:ext uri="{FF2B5EF4-FFF2-40B4-BE49-F238E27FC236}">
                  <a16:creationId xmlns:a16="http://schemas.microsoft.com/office/drawing/2014/main" id="{0ECB0920-49E8-1B58-4DCE-4CED508E12DA}"/>
                </a:ext>
              </a:extLst>
            </p:cNvPr>
            <p:cNvSpPr/>
            <p:nvPr/>
          </p:nvSpPr>
          <p:spPr>
            <a:xfrm rot="13293511">
              <a:off x="6107011" y="-1260420"/>
              <a:ext cx="3381355" cy="277307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30379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073;p36">
              <a:extLst>
                <a:ext uri="{FF2B5EF4-FFF2-40B4-BE49-F238E27FC236}">
                  <a16:creationId xmlns:a16="http://schemas.microsoft.com/office/drawing/2014/main" id="{98736E5B-5F69-5B9D-E670-69BFBE27484D}"/>
                </a:ext>
              </a:extLst>
            </p:cNvPr>
            <p:cNvSpPr/>
            <p:nvPr/>
          </p:nvSpPr>
          <p:spPr>
            <a:xfrm>
              <a:off x="8485552" y="-549335"/>
              <a:ext cx="304222" cy="299440"/>
            </a:xfrm>
            <a:custGeom>
              <a:avLst/>
              <a:gdLst/>
              <a:ahLst/>
              <a:cxnLst/>
              <a:rect l="l" t="t" r="r" b="b"/>
              <a:pathLst>
                <a:path w="348" h="343" extrusionOk="0">
                  <a:moveTo>
                    <a:pt x="298" y="293"/>
                  </a:moveTo>
                  <a:cubicBezTo>
                    <a:pt x="311" y="280"/>
                    <a:pt x="321" y="265"/>
                    <a:pt x="330" y="248"/>
                  </a:cubicBezTo>
                  <a:cubicBezTo>
                    <a:pt x="330" y="248"/>
                    <a:pt x="330" y="248"/>
                    <a:pt x="330" y="248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310" y="221"/>
                    <a:pt x="315" y="206"/>
                    <a:pt x="317" y="192"/>
                  </a:cubicBezTo>
                  <a:cubicBezTo>
                    <a:pt x="346" y="196"/>
                    <a:pt x="346" y="196"/>
                    <a:pt x="346" y="196"/>
                  </a:cubicBezTo>
                  <a:cubicBezTo>
                    <a:pt x="348" y="178"/>
                    <a:pt x="348" y="160"/>
                    <a:pt x="345" y="142"/>
                  </a:cubicBezTo>
                  <a:cubicBezTo>
                    <a:pt x="316" y="147"/>
                    <a:pt x="316" y="147"/>
                    <a:pt x="316" y="147"/>
                  </a:cubicBezTo>
                  <a:cubicBezTo>
                    <a:pt x="313" y="132"/>
                    <a:pt x="308" y="118"/>
                    <a:pt x="301" y="104"/>
                  </a:cubicBezTo>
                  <a:cubicBezTo>
                    <a:pt x="327" y="90"/>
                    <a:pt x="327" y="90"/>
                    <a:pt x="327" y="90"/>
                  </a:cubicBezTo>
                  <a:cubicBezTo>
                    <a:pt x="318" y="74"/>
                    <a:pt x="307" y="60"/>
                    <a:pt x="294" y="47"/>
                  </a:cubicBezTo>
                  <a:cubicBezTo>
                    <a:pt x="274" y="68"/>
                    <a:pt x="274" y="68"/>
                    <a:pt x="274" y="68"/>
                  </a:cubicBezTo>
                  <a:cubicBezTo>
                    <a:pt x="264" y="58"/>
                    <a:pt x="251" y="49"/>
                    <a:pt x="238" y="42"/>
                  </a:cubicBezTo>
                  <a:cubicBezTo>
                    <a:pt x="237" y="42"/>
                    <a:pt x="237" y="42"/>
                    <a:pt x="237" y="42"/>
                  </a:cubicBezTo>
                  <a:cubicBezTo>
                    <a:pt x="250" y="16"/>
                    <a:pt x="250" y="16"/>
                    <a:pt x="250" y="16"/>
                  </a:cubicBezTo>
                  <a:cubicBezTo>
                    <a:pt x="234" y="8"/>
                    <a:pt x="216" y="3"/>
                    <a:pt x="198" y="0"/>
                  </a:cubicBezTo>
                  <a:cubicBezTo>
                    <a:pt x="194" y="29"/>
                    <a:pt x="194" y="29"/>
                    <a:pt x="194" y="29"/>
                  </a:cubicBezTo>
                  <a:cubicBezTo>
                    <a:pt x="179" y="27"/>
                    <a:pt x="164" y="27"/>
                    <a:pt x="149" y="30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26" y="4"/>
                    <a:pt x="109" y="10"/>
                    <a:pt x="93" y="19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93" y="52"/>
                    <a:pt x="81" y="61"/>
                    <a:pt x="70" y="72"/>
                  </a:cubicBezTo>
                  <a:cubicBezTo>
                    <a:pt x="49" y="51"/>
                    <a:pt x="49" y="51"/>
                    <a:pt x="49" y="51"/>
                  </a:cubicBezTo>
                  <a:cubicBezTo>
                    <a:pt x="37" y="64"/>
                    <a:pt x="26" y="79"/>
                    <a:pt x="18" y="96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38" y="122"/>
                    <a:pt x="33" y="137"/>
                    <a:pt x="31" y="152"/>
                  </a:cubicBezTo>
                  <a:cubicBezTo>
                    <a:pt x="2" y="148"/>
                    <a:pt x="2" y="148"/>
                    <a:pt x="2" y="148"/>
                  </a:cubicBezTo>
                  <a:cubicBezTo>
                    <a:pt x="0" y="166"/>
                    <a:pt x="0" y="184"/>
                    <a:pt x="3" y="202"/>
                  </a:cubicBezTo>
                  <a:cubicBezTo>
                    <a:pt x="32" y="197"/>
                    <a:pt x="32" y="197"/>
                    <a:pt x="32" y="197"/>
                  </a:cubicBezTo>
                  <a:cubicBezTo>
                    <a:pt x="35" y="212"/>
                    <a:pt x="40" y="226"/>
                    <a:pt x="47" y="239"/>
                  </a:cubicBezTo>
                  <a:cubicBezTo>
                    <a:pt x="21" y="253"/>
                    <a:pt x="21" y="253"/>
                    <a:pt x="21" y="253"/>
                  </a:cubicBezTo>
                  <a:cubicBezTo>
                    <a:pt x="29" y="269"/>
                    <a:pt x="40" y="284"/>
                    <a:pt x="53" y="296"/>
                  </a:cubicBezTo>
                  <a:cubicBezTo>
                    <a:pt x="74" y="275"/>
                    <a:pt x="74" y="275"/>
                    <a:pt x="74" y="275"/>
                  </a:cubicBezTo>
                  <a:cubicBezTo>
                    <a:pt x="84" y="286"/>
                    <a:pt x="97" y="295"/>
                    <a:pt x="110" y="301"/>
                  </a:cubicBezTo>
                  <a:cubicBezTo>
                    <a:pt x="111" y="301"/>
                    <a:pt x="111" y="301"/>
                    <a:pt x="111" y="301"/>
                  </a:cubicBezTo>
                  <a:cubicBezTo>
                    <a:pt x="98" y="328"/>
                    <a:pt x="98" y="328"/>
                    <a:pt x="98" y="328"/>
                  </a:cubicBezTo>
                  <a:cubicBezTo>
                    <a:pt x="114" y="336"/>
                    <a:pt x="132" y="341"/>
                    <a:pt x="150" y="343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69" y="317"/>
                    <a:pt x="184" y="316"/>
                    <a:pt x="199" y="314"/>
                  </a:cubicBezTo>
                  <a:cubicBezTo>
                    <a:pt x="204" y="343"/>
                    <a:pt x="204" y="343"/>
                    <a:pt x="204" y="343"/>
                  </a:cubicBezTo>
                  <a:cubicBezTo>
                    <a:pt x="222" y="339"/>
                    <a:pt x="239" y="334"/>
                    <a:pt x="255" y="325"/>
                  </a:cubicBezTo>
                  <a:cubicBezTo>
                    <a:pt x="241" y="299"/>
                    <a:pt x="241" y="299"/>
                    <a:pt x="241" y="299"/>
                  </a:cubicBezTo>
                  <a:cubicBezTo>
                    <a:pt x="255" y="292"/>
                    <a:pt x="267" y="283"/>
                    <a:pt x="277" y="272"/>
                  </a:cubicBezTo>
                  <a:lnTo>
                    <a:pt x="298" y="293"/>
                  </a:lnTo>
                  <a:close/>
                  <a:moveTo>
                    <a:pt x="140" y="240"/>
                  </a:moveTo>
                  <a:cubicBezTo>
                    <a:pt x="103" y="222"/>
                    <a:pt x="87" y="176"/>
                    <a:pt x="106" y="138"/>
                  </a:cubicBezTo>
                  <a:cubicBezTo>
                    <a:pt x="124" y="101"/>
                    <a:pt x="170" y="85"/>
                    <a:pt x="208" y="104"/>
                  </a:cubicBezTo>
                  <a:cubicBezTo>
                    <a:pt x="245" y="122"/>
                    <a:pt x="261" y="168"/>
                    <a:pt x="242" y="205"/>
                  </a:cubicBezTo>
                  <a:cubicBezTo>
                    <a:pt x="224" y="243"/>
                    <a:pt x="178" y="259"/>
                    <a:pt x="140" y="2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075;p36">
              <a:extLst>
                <a:ext uri="{FF2B5EF4-FFF2-40B4-BE49-F238E27FC236}">
                  <a16:creationId xmlns:a16="http://schemas.microsoft.com/office/drawing/2014/main" id="{9ED13CA5-2486-3204-FD32-C7C96728B235}"/>
                </a:ext>
              </a:extLst>
            </p:cNvPr>
            <p:cNvSpPr/>
            <p:nvPr/>
          </p:nvSpPr>
          <p:spPr>
            <a:xfrm>
              <a:off x="7671614" y="-935051"/>
              <a:ext cx="607104" cy="64353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6D34239-E733-9578-C92C-C6F9899FEF72}"/>
              </a:ext>
            </a:extLst>
          </p:cNvPr>
          <p:cNvSpPr txBox="1"/>
          <p:nvPr/>
        </p:nvSpPr>
        <p:spPr>
          <a:xfrm>
            <a:off x="666239" y="271073"/>
            <a:ext cx="8168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Poppins" panose="00000500000000000000" pitchFamily="2" charset="0"/>
                <a:cs typeface="Poppins" panose="00000500000000000000" pitchFamily="2" charset="0"/>
              </a:rPr>
              <a:t>Marketing Performance 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F996C8-B194-AAAC-E27B-6083D4CB5E3F}"/>
              </a:ext>
            </a:extLst>
          </p:cNvPr>
          <p:cNvSpPr txBox="1"/>
          <p:nvPr/>
        </p:nvSpPr>
        <p:spPr>
          <a:xfrm>
            <a:off x="375173" y="967740"/>
            <a:ext cx="8459706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tx2"/>
                </a:solidFill>
                <a:latin typeface="Baloo 2 ExtraBold" panose="020B0604020202020204" charset="0"/>
                <a:cs typeface="Baloo 2 ExtraBold" panose="020B0604020202020204" charset="0"/>
              </a:rPr>
              <a:t>1</a:t>
            </a:r>
            <a:r>
              <a:rPr lang="en-US" b="1" dirty="0">
                <a:solidFill>
                  <a:schemeClr val="tx2"/>
                </a:solidFill>
                <a:latin typeface="Baloo 2 ExtraBold" panose="020B0604020202020204" charset="0"/>
                <a:cs typeface="Baloo 2 ExtraBold" panose="020B0604020202020204" charset="0"/>
              </a:rPr>
              <a:t>  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Optimize Channel Mix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Strengthen </a:t>
            </a: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top-performing channels like Organic Search and Direct 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with consistent SEO and content efforts.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Reallocate budget toward </a:t>
            </a: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Paid and Social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channels that show potential but low reach.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200" b="1" dirty="0">
              <a:solidFill>
                <a:schemeClr val="tx2"/>
              </a:solidFill>
              <a:latin typeface="Baloo 2 ExtraBold" panose="020B0604020202020204" charset="0"/>
              <a:cs typeface="Baloo 2 ExtraBold" panose="020B0604020202020204" charset="0"/>
            </a:endParaRPr>
          </a:p>
          <a:p>
            <a:r>
              <a:rPr lang="en-US" sz="1800" b="1" dirty="0">
                <a:solidFill>
                  <a:schemeClr val="tx2"/>
                </a:solidFill>
                <a:latin typeface="Baloo 2 ExtraBold" panose="020B0604020202020204" charset="0"/>
                <a:cs typeface="Baloo 2 ExtraBold" panose="020B0604020202020204" charset="0"/>
              </a:rPr>
              <a:t>2</a:t>
            </a:r>
            <a:r>
              <a:rPr lang="en-US" b="1" dirty="0">
                <a:solidFill>
                  <a:schemeClr val="tx2"/>
                </a:solidFill>
                <a:latin typeface="Baloo 2 ExtraBold" panose="020B0604020202020204" charset="0"/>
                <a:cs typeface="Baloo 2 ExtraBold" panose="020B0604020202020204" charset="0"/>
              </a:rPr>
              <a:t> 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Boost Engagement Across Touchpoints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With an average engagement rate of </a:t>
            </a: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41%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, improve landing page experience and interactive content to increase time-on-site.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Implement A/B testing for headlines, visuals, and CTAs to reduce early exits.</a:t>
            </a:r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800" b="1" dirty="0">
                <a:solidFill>
                  <a:schemeClr val="tx2"/>
                </a:solidFill>
                <a:latin typeface="Baloo 2 ExtraBold" panose="020B0604020202020204" charset="0"/>
                <a:cs typeface="Baloo 2 ExtraBold" panose="020B0604020202020204" charset="0"/>
              </a:rPr>
              <a:t>3 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Improve Funnel Conversions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Monetization is just 8.1% relative to total traffic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, indicating significant revenue leakage at the final purchase stage — retargeting and checkout improvements can help recover lost revenue.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Simplify checkout and form processes to reduce drop-offs between engagement and purchase.</a:t>
            </a:r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800" b="1" dirty="0">
                <a:solidFill>
                  <a:schemeClr val="tx2"/>
                </a:solidFill>
                <a:latin typeface="Baloo 2 ExtraBold" panose="020B0604020202020204" charset="0"/>
                <a:cs typeface="Baloo 2 ExtraBold" panose="020B0604020202020204" charset="0"/>
              </a:rPr>
              <a:t>4</a:t>
            </a:r>
            <a:r>
              <a:rPr lang="en-US" b="1" dirty="0">
                <a:solidFill>
                  <a:schemeClr val="tx2"/>
                </a:solidFill>
                <a:latin typeface="Baloo 2 ExtraBold" panose="020B0604020202020204" charset="0"/>
                <a:cs typeface="Baloo 2 ExtraBold" panose="020B0604020202020204" charset="0"/>
              </a:rPr>
              <a:t> 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Strengthen Retention &amp; Re-engagement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Launch loyalty programs and email follow-ups to raise the retention rate beyond </a:t>
            </a: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18%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Use remarketing to bring back disengaged or one-time visitors.</a:t>
            </a:r>
          </a:p>
          <a:p>
            <a:endParaRPr lang="en-IN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205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DB272-58EF-40A5-B571-891C07425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1069;p36">
            <a:extLst>
              <a:ext uri="{FF2B5EF4-FFF2-40B4-BE49-F238E27FC236}">
                <a16:creationId xmlns:a16="http://schemas.microsoft.com/office/drawing/2014/main" id="{FB2532B5-50CE-0068-57C1-6B4743A541C1}"/>
              </a:ext>
            </a:extLst>
          </p:cNvPr>
          <p:cNvGrpSpPr/>
          <p:nvPr/>
        </p:nvGrpSpPr>
        <p:grpSpPr>
          <a:xfrm rot="6430980">
            <a:off x="-793898" y="-600949"/>
            <a:ext cx="1698157" cy="1359553"/>
            <a:chOff x="6107011" y="-1260420"/>
            <a:chExt cx="3381355" cy="2773074"/>
          </a:xfrm>
        </p:grpSpPr>
        <p:sp>
          <p:nvSpPr>
            <p:cNvPr id="10" name="Google Shape;1070;p36">
              <a:extLst>
                <a:ext uri="{FF2B5EF4-FFF2-40B4-BE49-F238E27FC236}">
                  <a16:creationId xmlns:a16="http://schemas.microsoft.com/office/drawing/2014/main" id="{A4C09338-7B83-4B28-E693-3DFE79CA3343}"/>
                </a:ext>
              </a:extLst>
            </p:cNvPr>
            <p:cNvSpPr/>
            <p:nvPr/>
          </p:nvSpPr>
          <p:spPr>
            <a:xfrm rot="13293511">
              <a:off x="6107011" y="-1260420"/>
              <a:ext cx="3381355" cy="277307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30379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073;p36">
              <a:extLst>
                <a:ext uri="{FF2B5EF4-FFF2-40B4-BE49-F238E27FC236}">
                  <a16:creationId xmlns:a16="http://schemas.microsoft.com/office/drawing/2014/main" id="{F27ED111-F4D6-7963-8AF8-E00E7CD27DFB}"/>
                </a:ext>
              </a:extLst>
            </p:cNvPr>
            <p:cNvSpPr/>
            <p:nvPr/>
          </p:nvSpPr>
          <p:spPr>
            <a:xfrm>
              <a:off x="8485552" y="-549335"/>
              <a:ext cx="304222" cy="299440"/>
            </a:xfrm>
            <a:custGeom>
              <a:avLst/>
              <a:gdLst/>
              <a:ahLst/>
              <a:cxnLst/>
              <a:rect l="l" t="t" r="r" b="b"/>
              <a:pathLst>
                <a:path w="348" h="343" extrusionOk="0">
                  <a:moveTo>
                    <a:pt x="298" y="293"/>
                  </a:moveTo>
                  <a:cubicBezTo>
                    <a:pt x="311" y="280"/>
                    <a:pt x="321" y="265"/>
                    <a:pt x="330" y="248"/>
                  </a:cubicBezTo>
                  <a:cubicBezTo>
                    <a:pt x="330" y="248"/>
                    <a:pt x="330" y="248"/>
                    <a:pt x="330" y="248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310" y="221"/>
                    <a:pt x="315" y="206"/>
                    <a:pt x="317" y="192"/>
                  </a:cubicBezTo>
                  <a:cubicBezTo>
                    <a:pt x="346" y="196"/>
                    <a:pt x="346" y="196"/>
                    <a:pt x="346" y="196"/>
                  </a:cubicBezTo>
                  <a:cubicBezTo>
                    <a:pt x="348" y="178"/>
                    <a:pt x="348" y="160"/>
                    <a:pt x="345" y="142"/>
                  </a:cubicBezTo>
                  <a:cubicBezTo>
                    <a:pt x="316" y="147"/>
                    <a:pt x="316" y="147"/>
                    <a:pt x="316" y="147"/>
                  </a:cubicBezTo>
                  <a:cubicBezTo>
                    <a:pt x="313" y="132"/>
                    <a:pt x="308" y="118"/>
                    <a:pt x="301" y="104"/>
                  </a:cubicBezTo>
                  <a:cubicBezTo>
                    <a:pt x="327" y="90"/>
                    <a:pt x="327" y="90"/>
                    <a:pt x="327" y="90"/>
                  </a:cubicBezTo>
                  <a:cubicBezTo>
                    <a:pt x="318" y="74"/>
                    <a:pt x="307" y="60"/>
                    <a:pt x="294" y="47"/>
                  </a:cubicBezTo>
                  <a:cubicBezTo>
                    <a:pt x="274" y="68"/>
                    <a:pt x="274" y="68"/>
                    <a:pt x="274" y="68"/>
                  </a:cubicBezTo>
                  <a:cubicBezTo>
                    <a:pt x="264" y="58"/>
                    <a:pt x="251" y="49"/>
                    <a:pt x="238" y="42"/>
                  </a:cubicBezTo>
                  <a:cubicBezTo>
                    <a:pt x="237" y="42"/>
                    <a:pt x="237" y="42"/>
                    <a:pt x="237" y="42"/>
                  </a:cubicBezTo>
                  <a:cubicBezTo>
                    <a:pt x="250" y="16"/>
                    <a:pt x="250" y="16"/>
                    <a:pt x="250" y="16"/>
                  </a:cubicBezTo>
                  <a:cubicBezTo>
                    <a:pt x="234" y="8"/>
                    <a:pt x="216" y="3"/>
                    <a:pt x="198" y="0"/>
                  </a:cubicBezTo>
                  <a:cubicBezTo>
                    <a:pt x="194" y="29"/>
                    <a:pt x="194" y="29"/>
                    <a:pt x="194" y="29"/>
                  </a:cubicBezTo>
                  <a:cubicBezTo>
                    <a:pt x="179" y="27"/>
                    <a:pt x="164" y="27"/>
                    <a:pt x="149" y="30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26" y="4"/>
                    <a:pt x="109" y="10"/>
                    <a:pt x="93" y="19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93" y="52"/>
                    <a:pt x="81" y="61"/>
                    <a:pt x="70" y="72"/>
                  </a:cubicBezTo>
                  <a:cubicBezTo>
                    <a:pt x="49" y="51"/>
                    <a:pt x="49" y="51"/>
                    <a:pt x="49" y="51"/>
                  </a:cubicBezTo>
                  <a:cubicBezTo>
                    <a:pt x="37" y="64"/>
                    <a:pt x="26" y="79"/>
                    <a:pt x="18" y="96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38" y="122"/>
                    <a:pt x="33" y="137"/>
                    <a:pt x="31" y="152"/>
                  </a:cubicBezTo>
                  <a:cubicBezTo>
                    <a:pt x="2" y="148"/>
                    <a:pt x="2" y="148"/>
                    <a:pt x="2" y="148"/>
                  </a:cubicBezTo>
                  <a:cubicBezTo>
                    <a:pt x="0" y="166"/>
                    <a:pt x="0" y="184"/>
                    <a:pt x="3" y="202"/>
                  </a:cubicBezTo>
                  <a:cubicBezTo>
                    <a:pt x="32" y="197"/>
                    <a:pt x="32" y="197"/>
                    <a:pt x="32" y="197"/>
                  </a:cubicBezTo>
                  <a:cubicBezTo>
                    <a:pt x="35" y="212"/>
                    <a:pt x="40" y="226"/>
                    <a:pt x="47" y="239"/>
                  </a:cubicBezTo>
                  <a:cubicBezTo>
                    <a:pt x="21" y="253"/>
                    <a:pt x="21" y="253"/>
                    <a:pt x="21" y="253"/>
                  </a:cubicBezTo>
                  <a:cubicBezTo>
                    <a:pt x="29" y="269"/>
                    <a:pt x="40" y="284"/>
                    <a:pt x="53" y="296"/>
                  </a:cubicBezTo>
                  <a:cubicBezTo>
                    <a:pt x="74" y="275"/>
                    <a:pt x="74" y="275"/>
                    <a:pt x="74" y="275"/>
                  </a:cubicBezTo>
                  <a:cubicBezTo>
                    <a:pt x="84" y="286"/>
                    <a:pt x="97" y="295"/>
                    <a:pt x="110" y="301"/>
                  </a:cubicBezTo>
                  <a:cubicBezTo>
                    <a:pt x="111" y="301"/>
                    <a:pt x="111" y="301"/>
                    <a:pt x="111" y="301"/>
                  </a:cubicBezTo>
                  <a:cubicBezTo>
                    <a:pt x="98" y="328"/>
                    <a:pt x="98" y="328"/>
                    <a:pt x="98" y="328"/>
                  </a:cubicBezTo>
                  <a:cubicBezTo>
                    <a:pt x="114" y="336"/>
                    <a:pt x="132" y="341"/>
                    <a:pt x="150" y="343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69" y="317"/>
                    <a:pt x="184" y="316"/>
                    <a:pt x="199" y="314"/>
                  </a:cubicBezTo>
                  <a:cubicBezTo>
                    <a:pt x="204" y="343"/>
                    <a:pt x="204" y="343"/>
                    <a:pt x="204" y="343"/>
                  </a:cubicBezTo>
                  <a:cubicBezTo>
                    <a:pt x="222" y="339"/>
                    <a:pt x="239" y="334"/>
                    <a:pt x="255" y="325"/>
                  </a:cubicBezTo>
                  <a:cubicBezTo>
                    <a:pt x="241" y="299"/>
                    <a:pt x="241" y="299"/>
                    <a:pt x="241" y="299"/>
                  </a:cubicBezTo>
                  <a:cubicBezTo>
                    <a:pt x="255" y="292"/>
                    <a:pt x="267" y="283"/>
                    <a:pt x="277" y="272"/>
                  </a:cubicBezTo>
                  <a:lnTo>
                    <a:pt x="298" y="293"/>
                  </a:lnTo>
                  <a:close/>
                  <a:moveTo>
                    <a:pt x="140" y="240"/>
                  </a:moveTo>
                  <a:cubicBezTo>
                    <a:pt x="103" y="222"/>
                    <a:pt x="87" y="176"/>
                    <a:pt x="106" y="138"/>
                  </a:cubicBezTo>
                  <a:cubicBezTo>
                    <a:pt x="124" y="101"/>
                    <a:pt x="170" y="85"/>
                    <a:pt x="208" y="104"/>
                  </a:cubicBezTo>
                  <a:cubicBezTo>
                    <a:pt x="245" y="122"/>
                    <a:pt x="261" y="168"/>
                    <a:pt x="242" y="205"/>
                  </a:cubicBezTo>
                  <a:cubicBezTo>
                    <a:pt x="224" y="243"/>
                    <a:pt x="178" y="259"/>
                    <a:pt x="140" y="2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075;p36">
              <a:extLst>
                <a:ext uri="{FF2B5EF4-FFF2-40B4-BE49-F238E27FC236}">
                  <a16:creationId xmlns:a16="http://schemas.microsoft.com/office/drawing/2014/main" id="{36684901-2D63-4E26-0419-96AA4064DBBC}"/>
                </a:ext>
              </a:extLst>
            </p:cNvPr>
            <p:cNvSpPr/>
            <p:nvPr/>
          </p:nvSpPr>
          <p:spPr>
            <a:xfrm>
              <a:off x="7671614" y="-935051"/>
              <a:ext cx="607104" cy="64353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F7C78F1-1EBA-5B43-BDE4-F6E61526C46B}"/>
              </a:ext>
            </a:extLst>
          </p:cNvPr>
          <p:cNvSpPr txBox="1"/>
          <p:nvPr/>
        </p:nvSpPr>
        <p:spPr>
          <a:xfrm>
            <a:off x="666238" y="271073"/>
            <a:ext cx="8459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Poppins" panose="00000500000000000000" pitchFamily="2" charset="0"/>
                <a:cs typeface="Poppins" panose="00000500000000000000" pitchFamily="2" charset="0"/>
              </a:rPr>
              <a:t>Audience &amp; Demographic 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72D0F-C33D-2E22-951E-3716972B290E}"/>
              </a:ext>
            </a:extLst>
          </p:cNvPr>
          <p:cNvSpPr txBox="1"/>
          <p:nvPr/>
        </p:nvSpPr>
        <p:spPr>
          <a:xfrm>
            <a:off x="375173" y="1100511"/>
            <a:ext cx="8459706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tx2"/>
                </a:solidFill>
                <a:latin typeface="Baloo 2 ExtraBold" panose="020B0604020202020204" charset="0"/>
                <a:cs typeface="Baloo 2 ExtraBold" panose="020B0604020202020204" charset="0"/>
              </a:rPr>
              <a:t>1</a:t>
            </a:r>
            <a:r>
              <a:rPr lang="en-US" b="1" dirty="0">
                <a:solidFill>
                  <a:schemeClr val="tx2"/>
                </a:solidFill>
                <a:latin typeface="Baloo 2 ExtraBold" panose="020B0604020202020204" charset="0"/>
                <a:cs typeface="Baloo 2 ExtraBold" panose="020B0604020202020204" charset="0"/>
              </a:rPr>
              <a:t>  </a:t>
            </a: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Focus on High-Value Regions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Prioritize the United States (~38K users) where CAC/LTV is favorable.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Localize campaigns for Canada and India to scale efficiently.</a:t>
            </a:r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800" b="1" dirty="0">
                <a:solidFill>
                  <a:schemeClr val="tx2"/>
                </a:solidFill>
                <a:latin typeface="Baloo 2 ExtraBold" panose="020B0604020202020204" charset="0"/>
                <a:cs typeface="Baloo 2 ExtraBold" panose="020B0604020202020204" charset="0"/>
              </a:rPr>
              <a:t>2</a:t>
            </a:r>
            <a:r>
              <a:rPr lang="en-US" b="1" dirty="0">
                <a:solidFill>
                  <a:schemeClr val="tx2"/>
                </a:solidFill>
                <a:latin typeface="Baloo 2 ExtraBold" panose="020B0604020202020204" charset="0"/>
                <a:cs typeface="Baloo 2 ExtraBold" panose="020B0604020202020204" charset="0"/>
              </a:rPr>
              <a:t> </a:t>
            </a:r>
            <a:r>
              <a:rPr lang="en-US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Enhance Demographic Data Tracking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Large “</a:t>
            </a: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Unknown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” segments in age and gender reduce targeting accuracy — integrate user sign-ups or analytics tagging for clearer audience insights.</a:t>
            </a:r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800" b="1" dirty="0">
                <a:solidFill>
                  <a:schemeClr val="tx2"/>
                </a:solidFill>
                <a:latin typeface="Baloo 2 ExtraBold" panose="020B0604020202020204" charset="0"/>
                <a:cs typeface="Baloo 2 ExtraBold" panose="020B0604020202020204" charset="0"/>
              </a:rPr>
              <a:t>3  </a:t>
            </a: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Leverage Interest-Based Marketing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Target high-revenue interest groups — </a:t>
            </a: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Technology, Media, and Lifestyle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— with specialized campaigns.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Use segment-specific creatives/LPs and A/B test offers to lift conversion and ROAS.</a:t>
            </a:r>
          </a:p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800" b="1" dirty="0">
                <a:solidFill>
                  <a:schemeClr val="tx2"/>
                </a:solidFill>
                <a:latin typeface="Baloo 2 ExtraBold" panose="020B0604020202020204" charset="0"/>
                <a:cs typeface="Baloo 2 ExtraBold" panose="020B0604020202020204" charset="0"/>
              </a:rPr>
              <a:t>4</a:t>
            </a:r>
            <a:r>
              <a:rPr lang="en-US" b="1" dirty="0">
                <a:solidFill>
                  <a:schemeClr val="tx2"/>
                </a:solidFill>
                <a:latin typeface="Baloo 2 ExtraBold" panose="020B0604020202020204" charset="0"/>
                <a:cs typeface="Baloo 2 ExtraBold" panose="020B0604020202020204" charset="0"/>
              </a:rPr>
              <a:t>  </a:t>
            </a:r>
            <a:r>
              <a:rPr lang="en-IN" b="1" dirty="0">
                <a:latin typeface="Poppins" panose="00000500000000000000" pitchFamily="2" charset="0"/>
                <a:cs typeface="Poppins" panose="00000500000000000000" pitchFamily="2" charset="0"/>
              </a:rPr>
              <a:t>Personalize User Engagement &amp; Retention</a:t>
            </a:r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Trigger remarketing for view-item, add-to-cart, and checkout-abandon cohorts.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Build lifecycle journeys (welcome, nurture, win-back) to increase returning users and retention.</a:t>
            </a:r>
            <a:endParaRPr lang="en-IN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474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D880-E505-E014-784B-2A54B68CA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9901" y="1681307"/>
            <a:ext cx="3886280" cy="2348965"/>
          </a:xfrm>
        </p:spPr>
        <p:txBody>
          <a:bodyPr/>
          <a:lstStyle/>
          <a:p>
            <a:pPr algn="ctr"/>
            <a:r>
              <a:rPr lang="en" sz="7000" dirty="0"/>
              <a:t>Thank You!</a:t>
            </a:r>
            <a:endParaRPr lang="en-IN" sz="7000" dirty="0"/>
          </a:p>
        </p:txBody>
      </p:sp>
      <p:grpSp>
        <p:nvGrpSpPr>
          <p:cNvPr id="4" name="Google Shape;1754;p48">
            <a:extLst>
              <a:ext uri="{FF2B5EF4-FFF2-40B4-BE49-F238E27FC236}">
                <a16:creationId xmlns:a16="http://schemas.microsoft.com/office/drawing/2014/main" id="{036FE131-21E6-0283-E55F-F441828B9371}"/>
              </a:ext>
            </a:extLst>
          </p:cNvPr>
          <p:cNvGrpSpPr/>
          <p:nvPr/>
        </p:nvGrpSpPr>
        <p:grpSpPr>
          <a:xfrm>
            <a:off x="2073500" y="1074912"/>
            <a:ext cx="2498500" cy="3619008"/>
            <a:chOff x="1454325" y="1127448"/>
            <a:chExt cx="2591950" cy="3595375"/>
          </a:xfrm>
        </p:grpSpPr>
        <p:sp>
          <p:nvSpPr>
            <p:cNvPr id="5" name="Google Shape;1755;p48">
              <a:extLst>
                <a:ext uri="{FF2B5EF4-FFF2-40B4-BE49-F238E27FC236}">
                  <a16:creationId xmlns:a16="http://schemas.microsoft.com/office/drawing/2014/main" id="{8254F08C-8145-ABC4-5EE1-4460018B806F}"/>
                </a:ext>
              </a:extLst>
            </p:cNvPr>
            <p:cNvSpPr/>
            <p:nvPr/>
          </p:nvSpPr>
          <p:spPr>
            <a:xfrm>
              <a:off x="1454325" y="2432407"/>
              <a:ext cx="803247" cy="685199"/>
            </a:xfrm>
            <a:custGeom>
              <a:avLst/>
              <a:gdLst/>
              <a:ahLst/>
              <a:cxnLst/>
              <a:rect l="l" t="t" r="r" b="b"/>
              <a:pathLst>
                <a:path w="626" h="534" extrusionOk="0">
                  <a:moveTo>
                    <a:pt x="626" y="278"/>
                  </a:moveTo>
                  <a:lnTo>
                    <a:pt x="466" y="534"/>
                  </a:lnTo>
                  <a:lnTo>
                    <a:pt x="291" y="426"/>
                  </a:lnTo>
                  <a:lnTo>
                    <a:pt x="268" y="460"/>
                  </a:lnTo>
                  <a:lnTo>
                    <a:pt x="0" y="292"/>
                  </a:lnTo>
                  <a:lnTo>
                    <a:pt x="23" y="259"/>
                  </a:lnTo>
                  <a:lnTo>
                    <a:pt x="83" y="160"/>
                  </a:lnTo>
                  <a:lnTo>
                    <a:pt x="182" y="0"/>
                  </a:lnTo>
                  <a:lnTo>
                    <a:pt x="626" y="27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756;p48">
              <a:extLst>
                <a:ext uri="{FF2B5EF4-FFF2-40B4-BE49-F238E27FC236}">
                  <a16:creationId xmlns:a16="http://schemas.microsoft.com/office/drawing/2014/main" id="{2CEBD4DE-07D5-F644-B575-6A97EA6ACE5A}"/>
                </a:ext>
              </a:extLst>
            </p:cNvPr>
            <p:cNvSpPr/>
            <p:nvPr/>
          </p:nvSpPr>
          <p:spPr>
            <a:xfrm>
              <a:off x="2994097" y="4384072"/>
              <a:ext cx="350299" cy="314371"/>
            </a:xfrm>
            <a:custGeom>
              <a:avLst/>
              <a:gdLst/>
              <a:ahLst/>
              <a:cxnLst/>
              <a:rect l="l" t="t" r="r" b="b"/>
              <a:pathLst>
                <a:path w="273" h="245" extrusionOk="0">
                  <a:moveTo>
                    <a:pt x="0" y="10"/>
                  </a:moveTo>
                  <a:lnTo>
                    <a:pt x="14" y="190"/>
                  </a:lnTo>
                  <a:lnTo>
                    <a:pt x="273" y="245"/>
                  </a:lnTo>
                  <a:lnTo>
                    <a:pt x="141" y="111"/>
                  </a:lnTo>
                  <a:lnTo>
                    <a:pt x="109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A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757;p48">
              <a:extLst>
                <a:ext uri="{FF2B5EF4-FFF2-40B4-BE49-F238E27FC236}">
                  <a16:creationId xmlns:a16="http://schemas.microsoft.com/office/drawing/2014/main" id="{C9CB73C9-15BA-2CFC-7072-27C8B8F686AE}"/>
                </a:ext>
              </a:extLst>
            </p:cNvPr>
            <p:cNvSpPr/>
            <p:nvPr/>
          </p:nvSpPr>
          <p:spPr>
            <a:xfrm>
              <a:off x="2964585" y="4505971"/>
              <a:ext cx="445251" cy="214286"/>
            </a:xfrm>
            <a:custGeom>
              <a:avLst/>
              <a:gdLst/>
              <a:ahLst/>
              <a:cxnLst/>
              <a:rect l="l" t="t" r="r" b="b"/>
              <a:pathLst>
                <a:path w="347" h="167" extrusionOk="0">
                  <a:moveTo>
                    <a:pt x="164" y="0"/>
                  </a:moveTo>
                  <a:lnTo>
                    <a:pt x="347" y="162"/>
                  </a:lnTo>
                  <a:lnTo>
                    <a:pt x="0" y="167"/>
                  </a:lnTo>
                  <a:lnTo>
                    <a:pt x="23" y="2"/>
                  </a:lnTo>
                  <a:lnTo>
                    <a:pt x="93" y="69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758;p48">
              <a:extLst>
                <a:ext uri="{FF2B5EF4-FFF2-40B4-BE49-F238E27FC236}">
                  <a16:creationId xmlns:a16="http://schemas.microsoft.com/office/drawing/2014/main" id="{1F6B847A-A817-6A66-3E63-76B7ECDEEB68}"/>
                </a:ext>
              </a:extLst>
            </p:cNvPr>
            <p:cNvSpPr/>
            <p:nvPr/>
          </p:nvSpPr>
          <p:spPr>
            <a:xfrm>
              <a:off x="3175021" y="4530351"/>
              <a:ext cx="44910" cy="32079"/>
            </a:xfrm>
            <a:custGeom>
              <a:avLst/>
              <a:gdLst/>
              <a:ahLst/>
              <a:cxnLst/>
              <a:rect l="l" t="t" r="r" b="b"/>
              <a:pathLst>
                <a:path w="35" h="25" extrusionOk="0">
                  <a:moveTo>
                    <a:pt x="3" y="25"/>
                  </a:moveTo>
                  <a:lnTo>
                    <a:pt x="0" y="20"/>
                  </a:lnTo>
                  <a:lnTo>
                    <a:pt x="33" y="0"/>
                  </a:lnTo>
                  <a:lnTo>
                    <a:pt x="35" y="4"/>
                  </a:lnTo>
                  <a:lnTo>
                    <a:pt x="3" y="2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759;p48">
              <a:extLst>
                <a:ext uri="{FF2B5EF4-FFF2-40B4-BE49-F238E27FC236}">
                  <a16:creationId xmlns:a16="http://schemas.microsoft.com/office/drawing/2014/main" id="{4EFA93C9-AC29-E298-1E28-FE10C5B8565F}"/>
                </a:ext>
              </a:extLst>
            </p:cNvPr>
            <p:cNvSpPr/>
            <p:nvPr/>
          </p:nvSpPr>
          <p:spPr>
            <a:xfrm>
              <a:off x="3210949" y="4548315"/>
              <a:ext cx="44910" cy="32079"/>
            </a:xfrm>
            <a:custGeom>
              <a:avLst/>
              <a:gdLst/>
              <a:ahLst/>
              <a:cxnLst/>
              <a:rect l="l" t="t" r="r" b="b"/>
              <a:pathLst>
                <a:path w="35" h="25" extrusionOk="0">
                  <a:moveTo>
                    <a:pt x="5" y="25"/>
                  </a:moveTo>
                  <a:lnTo>
                    <a:pt x="0" y="20"/>
                  </a:lnTo>
                  <a:lnTo>
                    <a:pt x="32" y="0"/>
                  </a:lnTo>
                  <a:lnTo>
                    <a:pt x="35" y="4"/>
                  </a:lnTo>
                  <a:lnTo>
                    <a:pt x="5" y="2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760;p48">
              <a:extLst>
                <a:ext uri="{FF2B5EF4-FFF2-40B4-BE49-F238E27FC236}">
                  <a16:creationId xmlns:a16="http://schemas.microsoft.com/office/drawing/2014/main" id="{D89B2E97-D8CD-83CA-CAB8-DCF6BF97B408}"/>
                </a:ext>
              </a:extLst>
            </p:cNvPr>
            <p:cNvSpPr/>
            <p:nvPr/>
          </p:nvSpPr>
          <p:spPr>
            <a:xfrm>
              <a:off x="2283236" y="4431548"/>
              <a:ext cx="343882" cy="282292"/>
            </a:xfrm>
            <a:custGeom>
              <a:avLst/>
              <a:gdLst/>
              <a:ahLst/>
              <a:cxnLst/>
              <a:rect l="l" t="t" r="r" b="b"/>
              <a:pathLst>
                <a:path w="268" h="220" extrusionOk="0">
                  <a:moveTo>
                    <a:pt x="245" y="7"/>
                  </a:moveTo>
                  <a:lnTo>
                    <a:pt x="268" y="160"/>
                  </a:lnTo>
                  <a:lnTo>
                    <a:pt x="0" y="220"/>
                  </a:lnTo>
                  <a:lnTo>
                    <a:pt x="144" y="84"/>
                  </a:lnTo>
                  <a:lnTo>
                    <a:pt x="134" y="0"/>
                  </a:lnTo>
                  <a:lnTo>
                    <a:pt x="245" y="7"/>
                  </a:lnTo>
                  <a:close/>
                </a:path>
              </a:pathLst>
            </a:custGeom>
            <a:solidFill>
              <a:srgbClr val="FFA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761;p48">
              <a:extLst>
                <a:ext uri="{FF2B5EF4-FFF2-40B4-BE49-F238E27FC236}">
                  <a16:creationId xmlns:a16="http://schemas.microsoft.com/office/drawing/2014/main" id="{FD097E49-8EB3-6927-7D1A-0F9739662600}"/>
                </a:ext>
              </a:extLst>
            </p:cNvPr>
            <p:cNvSpPr/>
            <p:nvPr/>
          </p:nvSpPr>
          <p:spPr>
            <a:xfrm>
              <a:off x="2248591" y="4526501"/>
              <a:ext cx="396492" cy="196322"/>
            </a:xfrm>
            <a:custGeom>
              <a:avLst/>
              <a:gdLst/>
              <a:ahLst/>
              <a:cxnLst/>
              <a:rect l="l" t="t" r="r" b="b"/>
              <a:pathLst>
                <a:path w="309" h="153" extrusionOk="0">
                  <a:moveTo>
                    <a:pt x="159" y="0"/>
                  </a:moveTo>
                  <a:lnTo>
                    <a:pt x="0" y="153"/>
                  </a:lnTo>
                  <a:lnTo>
                    <a:pt x="309" y="151"/>
                  </a:lnTo>
                  <a:lnTo>
                    <a:pt x="286" y="7"/>
                  </a:lnTo>
                  <a:lnTo>
                    <a:pt x="238" y="72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762;p48">
              <a:extLst>
                <a:ext uri="{FF2B5EF4-FFF2-40B4-BE49-F238E27FC236}">
                  <a16:creationId xmlns:a16="http://schemas.microsoft.com/office/drawing/2014/main" id="{44E040BB-ADA7-350F-2FA9-7E65687E5B23}"/>
                </a:ext>
              </a:extLst>
            </p:cNvPr>
            <p:cNvSpPr/>
            <p:nvPr/>
          </p:nvSpPr>
          <p:spPr>
            <a:xfrm>
              <a:off x="2411550" y="4550881"/>
              <a:ext cx="43627" cy="29513"/>
            </a:xfrm>
            <a:custGeom>
              <a:avLst/>
              <a:gdLst/>
              <a:ahLst/>
              <a:cxnLst/>
              <a:rect l="l" t="t" r="r" b="b"/>
              <a:pathLst>
                <a:path w="34" h="23" extrusionOk="0">
                  <a:moveTo>
                    <a:pt x="32" y="23"/>
                  </a:moveTo>
                  <a:lnTo>
                    <a:pt x="0" y="4"/>
                  </a:lnTo>
                  <a:lnTo>
                    <a:pt x="2" y="0"/>
                  </a:lnTo>
                  <a:lnTo>
                    <a:pt x="34" y="18"/>
                  </a:lnTo>
                  <a:lnTo>
                    <a:pt x="32" y="2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763;p48">
              <a:extLst>
                <a:ext uri="{FF2B5EF4-FFF2-40B4-BE49-F238E27FC236}">
                  <a16:creationId xmlns:a16="http://schemas.microsoft.com/office/drawing/2014/main" id="{3EEBC055-D01B-7332-3408-33C3EEFF315A}"/>
                </a:ext>
              </a:extLst>
            </p:cNvPr>
            <p:cNvSpPr/>
            <p:nvPr/>
          </p:nvSpPr>
          <p:spPr>
            <a:xfrm>
              <a:off x="2375622" y="4568845"/>
              <a:ext cx="44910" cy="29513"/>
            </a:xfrm>
            <a:custGeom>
              <a:avLst/>
              <a:gdLst/>
              <a:ahLst/>
              <a:cxnLst/>
              <a:rect l="l" t="t" r="r" b="b"/>
              <a:pathLst>
                <a:path w="35" h="23" extrusionOk="0">
                  <a:moveTo>
                    <a:pt x="32" y="23"/>
                  </a:moveTo>
                  <a:lnTo>
                    <a:pt x="0" y="4"/>
                  </a:lnTo>
                  <a:lnTo>
                    <a:pt x="2" y="0"/>
                  </a:lnTo>
                  <a:lnTo>
                    <a:pt x="35" y="18"/>
                  </a:lnTo>
                  <a:lnTo>
                    <a:pt x="32" y="2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764;p48">
              <a:extLst>
                <a:ext uri="{FF2B5EF4-FFF2-40B4-BE49-F238E27FC236}">
                  <a16:creationId xmlns:a16="http://schemas.microsoft.com/office/drawing/2014/main" id="{6AD04B6F-6BF7-D865-F07A-E777E25FAF54}"/>
                </a:ext>
              </a:extLst>
            </p:cNvPr>
            <p:cNvSpPr/>
            <p:nvPr/>
          </p:nvSpPr>
          <p:spPr>
            <a:xfrm>
              <a:off x="2162620" y="2230953"/>
              <a:ext cx="1032931" cy="2224974"/>
            </a:xfrm>
            <a:custGeom>
              <a:avLst/>
              <a:gdLst/>
              <a:ahLst/>
              <a:cxnLst/>
              <a:rect l="l" t="t" r="r" b="b"/>
              <a:pathLst>
                <a:path w="349" h="750" extrusionOk="0">
                  <a:moveTo>
                    <a:pt x="110" y="0"/>
                  </a:moveTo>
                  <a:cubicBezTo>
                    <a:pt x="243" y="13"/>
                    <a:pt x="243" y="13"/>
                    <a:pt x="243" y="13"/>
                  </a:cubicBezTo>
                  <a:cubicBezTo>
                    <a:pt x="243" y="13"/>
                    <a:pt x="262" y="26"/>
                    <a:pt x="280" y="98"/>
                  </a:cubicBezTo>
                  <a:cubicBezTo>
                    <a:pt x="303" y="186"/>
                    <a:pt x="338" y="413"/>
                    <a:pt x="349" y="742"/>
                  </a:cubicBezTo>
                  <a:cubicBezTo>
                    <a:pt x="193" y="744"/>
                    <a:pt x="193" y="744"/>
                    <a:pt x="193" y="744"/>
                  </a:cubicBezTo>
                  <a:cubicBezTo>
                    <a:pt x="193" y="243"/>
                    <a:pt x="193" y="243"/>
                    <a:pt x="193" y="243"/>
                  </a:cubicBezTo>
                  <a:cubicBezTo>
                    <a:pt x="191" y="236"/>
                    <a:pt x="180" y="238"/>
                    <a:pt x="180" y="245"/>
                  </a:cubicBezTo>
                  <a:cubicBezTo>
                    <a:pt x="157" y="750"/>
                    <a:pt x="157" y="750"/>
                    <a:pt x="157" y="750"/>
                  </a:cubicBezTo>
                  <a:cubicBezTo>
                    <a:pt x="0" y="746"/>
                    <a:pt x="0" y="746"/>
                    <a:pt x="0" y="746"/>
                  </a:cubicBezTo>
                  <a:cubicBezTo>
                    <a:pt x="0" y="746"/>
                    <a:pt x="47" y="198"/>
                    <a:pt x="69" y="112"/>
                  </a:cubicBezTo>
                  <a:cubicBezTo>
                    <a:pt x="90" y="31"/>
                    <a:pt x="110" y="0"/>
                    <a:pt x="1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765;p48">
              <a:extLst>
                <a:ext uri="{FF2B5EF4-FFF2-40B4-BE49-F238E27FC236}">
                  <a16:creationId xmlns:a16="http://schemas.microsoft.com/office/drawing/2014/main" id="{DCA857F1-2937-8F13-18B7-1E2DA5806BCA}"/>
                </a:ext>
              </a:extLst>
            </p:cNvPr>
            <p:cNvSpPr/>
            <p:nvPr/>
          </p:nvSpPr>
          <p:spPr>
            <a:xfrm>
              <a:off x="2855518" y="1471331"/>
              <a:ext cx="106501" cy="160394"/>
            </a:xfrm>
            <a:custGeom>
              <a:avLst/>
              <a:gdLst/>
              <a:ahLst/>
              <a:cxnLst/>
              <a:rect l="l" t="t" r="r" b="b"/>
              <a:pathLst>
                <a:path w="36" h="54" extrusionOk="0">
                  <a:moveTo>
                    <a:pt x="18" y="54"/>
                  </a:moveTo>
                  <a:cubicBezTo>
                    <a:pt x="17" y="54"/>
                    <a:pt x="16" y="54"/>
                    <a:pt x="16" y="54"/>
                  </a:cubicBezTo>
                  <a:cubicBezTo>
                    <a:pt x="11" y="54"/>
                    <a:pt x="7" y="52"/>
                    <a:pt x="4" y="48"/>
                  </a:cubicBezTo>
                  <a:cubicBezTo>
                    <a:pt x="1" y="45"/>
                    <a:pt x="0" y="40"/>
                    <a:pt x="0" y="35"/>
                  </a:cubicBezTo>
                  <a:cubicBezTo>
                    <a:pt x="1" y="27"/>
                    <a:pt x="17" y="4"/>
                    <a:pt x="18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2" y="5"/>
                    <a:pt x="36" y="30"/>
                    <a:pt x="35" y="39"/>
                  </a:cubicBezTo>
                  <a:cubicBezTo>
                    <a:pt x="34" y="43"/>
                    <a:pt x="32" y="48"/>
                    <a:pt x="28" y="50"/>
                  </a:cubicBezTo>
                  <a:cubicBezTo>
                    <a:pt x="25" y="53"/>
                    <a:pt x="21" y="54"/>
                    <a:pt x="18" y="54"/>
                  </a:cubicBezTo>
                  <a:close/>
                  <a:moveTo>
                    <a:pt x="19" y="7"/>
                  </a:moveTo>
                  <a:cubicBezTo>
                    <a:pt x="14" y="15"/>
                    <a:pt x="4" y="30"/>
                    <a:pt x="4" y="36"/>
                  </a:cubicBezTo>
                  <a:cubicBezTo>
                    <a:pt x="3" y="43"/>
                    <a:pt x="9" y="50"/>
                    <a:pt x="16" y="51"/>
                  </a:cubicBezTo>
                  <a:cubicBezTo>
                    <a:pt x="20" y="51"/>
                    <a:pt x="23" y="50"/>
                    <a:pt x="26" y="48"/>
                  </a:cubicBezTo>
                  <a:cubicBezTo>
                    <a:pt x="29" y="45"/>
                    <a:pt x="31" y="42"/>
                    <a:pt x="31" y="39"/>
                  </a:cubicBezTo>
                  <a:cubicBezTo>
                    <a:pt x="32" y="33"/>
                    <a:pt x="23" y="16"/>
                    <a:pt x="19" y="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766;p48">
              <a:extLst>
                <a:ext uri="{FF2B5EF4-FFF2-40B4-BE49-F238E27FC236}">
                  <a16:creationId xmlns:a16="http://schemas.microsoft.com/office/drawing/2014/main" id="{625C8015-8365-4D87-27C5-93620940A811}"/>
                </a:ext>
              </a:extLst>
            </p:cNvPr>
            <p:cNvSpPr/>
            <p:nvPr/>
          </p:nvSpPr>
          <p:spPr>
            <a:xfrm>
              <a:off x="2624552" y="1389209"/>
              <a:ext cx="1419156" cy="667236"/>
            </a:xfrm>
            <a:custGeom>
              <a:avLst/>
              <a:gdLst/>
              <a:ahLst/>
              <a:cxnLst/>
              <a:rect l="l" t="t" r="r" b="b"/>
              <a:pathLst>
                <a:path w="479" h="225" extrusionOk="0">
                  <a:moveTo>
                    <a:pt x="472" y="36"/>
                  </a:moveTo>
                  <a:cubicBezTo>
                    <a:pt x="457" y="47"/>
                    <a:pt x="439" y="66"/>
                    <a:pt x="405" y="82"/>
                  </a:cubicBezTo>
                  <a:cubicBezTo>
                    <a:pt x="405" y="82"/>
                    <a:pt x="308" y="165"/>
                    <a:pt x="270" y="185"/>
                  </a:cubicBezTo>
                  <a:cubicBezTo>
                    <a:pt x="230" y="206"/>
                    <a:pt x="143" y="225"/>
                    <a:pt x="40" y="178"/>
                  </a:cubicBezTo>
                  <a:cubicBezTo>
                    <a:pt x="40" y="178"/>
                    <a:pt x="0" y="156"/>
                    <a:pt x="24" y="125"/>
                  </a:cubicBezTo>
                  <a:cubicBezTo>
                    <a:pt x="48" y="93"/>
                    <a:pt x="77" y="107"/>
                    <a:pt x="77" y="107"/>
                  </a:cubicBezTo>
                  <a:cubicBezTo>
                    <a:pt x="148" y="154"/>
                    <a:pt x="179" y="154"/>
                    <a:pt x="247" y="135"/>
                  </a:cubicBezTo>
                  <a:cubicBezTo>
                    <a:pt x="377" y="58"/>
                    <a:pt x="377" y="58"/>
                    <a:pt x="377" y="58"/>
                  </a:cubicBezTo>
                  <a:cubicBezTo>
                    <a:pt x="386" y="52"/>
                    <a:pt x="384" y="49"/>
                    <a:pt x="390" y="40"/>
                  </a:cubicBezTo>
                  <a:cubicBezTo>
                    <a:pt x="400" y="27"/>
                    <a:pt x="414" y="7"/>
                    <a:pt x="418" y="6"/>
                  </a:cubicBezTo>
                  <a:cubicBezTo>
                    <a:pt x="423" y="4"/>
                    <a:pt x="405" y="36"/>
                    <a:pt x="405" y="36"/>
                  </a:cubicBezTo>
                  <a:cubicBezTo>
                    <a:pt x="405" y="36"/>
                    <a:pt x="451" y="2"/>
                    <a:pt x="457" y="1"/>
                  </a:cubicBezTo>
                  <a:cubicBezTo>
                    <a:pt x="462" y="0"/>
                    <a:pt x="428" y="34"/>
                    <a:pt x="428" y="34"/>
                  </a:cubicBezTo>
                  <a:cubicBezTo>
                    <a:pt x="472" y="7"/>
                    <a:pt x="472" y="7"/>
                    <a:pt x="472" y="7"/>
                  </a:cubicBezTo>
                  <a:cubicBezTo>
                    <a:pt x="473" y="7"/>
                    <a:pt x="474" y="8"/>
                    <a:pt x="473" y="9"/>
                  </a:cubicBezTo>
                  <a:cubicBezTo>
                    <a:pt x="437" y="44"/>
                    <a:pt x="437" y="44"/>
                    <a:pt x="437" y="44"/>
                  </a:cubicBezTo>
                  <a:cubicBezTo>
                    <a:pt x="473" y="23"/>
                    <a:pt x="473" y="23"/>
                    <a:pt x="473" y="23"/>
                  </a:cubicBezTo>
                  <a:cubicBezTo>
                    <a:pt x="474" y="23"/>
                    <a:pt x="479" y="22"/>
                    <a:pt x="478" y="23"/>
                  </a:cubicBezTo>
                  <a:cubicBezTo>
                    <a:pt x="439" y="55"/>
                    <a:pt x="439" y="55"/>
                    <a:pt x="439" y="55"/>
                  </a:cubicBezTo>
                  <a:cubicBezTo>
                    <a:pt x="471" y="33"/>
                    <a:pt x="471" y="33"/>
                    <a:pt x="471" y="33"/>
                  </a:cubicBezTo>
                  <a:cubicBezTo>
                    <a:pt x="471" y="33"/>
                    <a:pt x="474" y="34"/>
                    <a:pt x="472" y="36"/>
                  </a:cubicBezTo>
                  <a:close/>
                </a:path>
              </a:pathLst>
            </a:custGeom>
            <a:solidFill>
              <a:srgbClr val="FFA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67;p48">
              <a:extLst>
                <a:ext uri="{FF2B5EF4-FFF2-40B4-BE49-F238E27FC236}">
                  <a16:creationId xmlns:a16="http://schemas.microsoft.com/office/drawing/2014/main" id="{9B3F2B30-456D-67E0-652A-99594A7F0EFB}"/>
                </a:ext>
              </a:extLst>
            </p:cNvPr>
            <p:cNvSpPr/>
            <p:nvPr/>
          </p:nvSpPr>
          <p:spPr>
            <a:xfrm>
              <a:off x="2663046" y="1382793"/>
              <a:ext cx="1383228" cy="694182"/>
            </a:xfrm>
            <a:custGeom>
              <a:avLst/>
              <a:gdLst/>
              <a:ahLst/>
              <a:cxnLst/>
              <a:rect l="l" t="t" r="r" b="b"/>
              <a:pathLst>
                <a:path w="467" h="234" extrusionOk="0">
                  <a:moveTo>
                    <a:pt x="155" y="211"/>
                  </a:moveTo>
                  <a:cubicBezTo>
                    <a:pt x="119" y="211"/>
                    <a:pt x="75" y="204"/>
                    <a:pt x="27" y="181"/>
                  </a:cubicBezTo>
                  <a:cubicBezTo>
                    <a:pt x="26" y="181"/>
                    <a:pt x="6" y="170"/>
                    <a:pt x="2" y="152"/>
                  </a:cubicBezTo>
                  <a:cubicBezTo>
                    <a:pt x="0" y="143"/>
                    <a:pt x="3" y="134"/>
                    <a:pt x="10" y="125"/>
                  </a:cubicBezTo>
                  <a:cubicBezTo>
                    <a:pt x="34" y="93"/>
                    <a:pt x="65" y="107"/>
                    <a:pt x="65" y="107"/>
                  </a:cubicBezTo>
                  <a:cubicBezTo>
                    <a:pt x="135" y="153"/>
                    <a:pt x="165" y="154"/>
                    <a:pt x="233" y="135"/>
                  </a:cubicBezTo>
                  <a:cubicBezTo>
                    <a:pt x="363" y="58"/>
                    <a:pt x="363" y="58"/>
                    <a:pt x="363" y="58"/>
                  </a:cubicBezTo>
                  <a:cubicBezTo>
                    <a:pt x="368" y="55"/>
                    <a:pt x="369" y="52"/>
                    <a:pt x="371" y="49"/>
                  </a:cubicBezTo>
                  <a:cubicBezTo>
                    <a:pt x="372" y="47"/>
                    <a:pt x="373" y="44"/>
                    <a:pt x="376" y="41"/>
                  </a:cubicBezTo>
                  <a:cubicBezTo>
                    <a:pt x="399" y="8"/>
                    <a:pt x="403" y="6"/>
                    <a:pt x="404" y="6"/>
                  </a:cubicBezTo>
                  <a:cubicBezTo>
                    <a:pt x="405" y="6"/>
                    <a:pt x="406" y="6"/>
                    <a:pt x="407" y="7"/>
                  </a:cubicBezTo>
                  <a:cubicBezTo>
                    <a:pt x="408" y="8"/>
                    <a:pt x="410" y="10"/>
                    <a:pt x="398" y="31"/>
                  </a:cubicBezTo>
                  <a:cubicBezTo>
                    <a:pt x="412" y="21"/>
                    <a:pt x="439" y="2"/>
                    <a:pt x="443" y="1"/>
                  </a:cubicBezTo>
                  <a:cubicBezTo>
                    <a:pt x="445" y="0"/>
                    <a:pt x="446" y="1"/>
                    <a:pt x="446" y="2"/>
                  </a:cubicBezTo>
                  <a:cubicBezTo>
                    <a:pt x="447" y="3"/>
                    <a:pt x="448" y="5"/>
                    <a:pt x="427" y="26"/>
                  </a:cubicBezTo>
                  <a:cubicBezTo>
                    <a:pt x="458" y="8"/>
                    <a:pt x="458" y="8"/>
                    <a:pt x="458" y="8"/>
                  </a:cubicBezTo>
                  <a:cubicBezTo>
                    <a:pt x="459" y="7"/>
                    <a:pt x="461" y="7"/>
                    <a:pt x="462" y="8"/>
                  </a:cubicBezTo>
                  <a:cubicBezTo>
                    <a:pt x="463" y="10"/>
                    <a:pt x="463" y="11"/>
                    <a:pt x="462" y="12"/>
                  </a:cubicBezTo>
                  <a:cubicBezTo>
                    <a:pt x="437" y="36"/>
                    <a:pt x="437" y="36"/>
                    <a:pt x="437" y="36"/>
                  </a:cubicBezTo>
                  <a:cubicBezTo>
                    <a:pt x="459" y="24"/>
                    <a:pt x="459" y="24"/>
                    <a:pt x="459" y="24"/>
                  </a:cubicBezTo>
                  <a:cubicBezTo>
                    <a:pt x="459" y="24"/>
                    <a:pt x="465" y="21"/>
                    <a:pt x="466" y="23"/>
                  </a:cubicBezTo>
                  <a:cubicBezTo>
                    <a:pt x="467" y="25"/>
                    <a:pt x="467" y="25"/>
                    <a:pt x="467" y="25"/>
                  </a:cubicBezTo>
                  <a:cubicBezTo>
                    <a:pt x="466" y="26"/>
                    <a:pt x="466" y="26"/>
                    <a:pt x="466" y="26"/>
                  </a:cubicBezTo>
                  <a:cubicBezTo>
                    <a:pt x="456" y="34"/>
                    <a:pt x="456" y="34"/>
                    <a:pt x="456" y="34"/>
                  </a:cubicBezTo>
                  <a:cubicBezTo>
                    <a:pt x="458" y="33"/>
                    <a:pt x="458" y="33"/>
                    <a:pt x="458" y="33"/>
                  </a:cubicBezTo>
                  <a:cubicBezTo>
                    <a:pt x="459" y="33"/>
                    <a:pt x="459" y="33"/>
                    <a:pt x="459" y="33"/>
                  </a:cubicBezTo>
                  <a:cubicBezTo>
                    <a:pt x="460" y="33"/>
                    <a:pt x="461" y="34"/>
                    <a:pt x="462" y="35"/>
                  </a:cubicBezTo>
                  <a:cubicBezTo>
                    <a:pt x="462" y="36"/>
                    <a:pt x="462" y="38"/>
                    <a:pt x="461" y="39"/>
                  </a:cubicBezTo>
                  <a:cubicBezTo>
                    <a:pt x="460" y="39"/>
                    <a:pt x="460" y="39"/>
                    <a:pt x="460" y="39"/>
                  </a:cubicBezTo>
                  <a:cubicBezTo>
                    <a:pt x="456" y="42"/>
                    <a:pt x="452" y="46"/>
                    <a:pt x="448" y="49"/>
                  </a:cubicBezTo>
                  <a:cubicBezTo>
                    <a:pt x="434" y="60"/>
                    <a:pt x="418" y="73"/>
                    <a:pt x="394" y="85"/>
                  </a:cubicBezTo>
                  <a:cubicBezTo>
                    <a:pt x="387" y="91"/>
                    <a:pt x="295" y="169"/>
                    <a:pt x="258" y="188"/>
                  </a:cubicBezTo>
                  <a:cubicBezTo>
                    <a:pt x="248" y="194"/>
                    <a:pt x="211" y="211"/>
                    <a:pt x="155" y="211"/>
                  </a:cubicBezTo>
                  <a:close/>
                  <a:moveTo>
                    <a:pt x="48" y="108"/>
                  </a:moveTo>
                  <a:cubicBezTo>
                    <a:pt x="38" y="108"/>
                    <a:pt x="25" y="112"/>
                    <a:pt x="13" y="128"/>
                  </a:cubicBezTo>
                  <a:cubicBezTo>
                    <a:pt x="7" y="136"/>
                    <a:pt x="5" y="144"/>
                    <a:pt x="6" y="152"/>
                  </a:cubicBezTo>
                  <a:cubicBezTo>
                    <a:pt x="10" y="168"/>
                    <a:pt x="28" y="178"/>
                    <a:pt x="28" y="178"/>
                  </a:cubicBezTo>
                  <a:cubicBezTo>
                    <a:pt x="151" y="234"/>
                    <a:pt x="240" y="194"/>
                    <a:pt x="256" y="185"/>
                  </a:cubicBezTo>
                  <a:cubicBezTo>
                    <a:pt x="293" y="166"/>
                    <a:pt x="390" y="83"/>
                    <a:pt x="391" y="82"/>
                  </a:cubicBezTo>
                  <a:cubicBezTo>
                    <a:pt x="392" y="82"/>
                    <a:pt x="392" y="82"/>
                    <a:pt x="392" y="82"/>
                  </a:cubicBezTo>
                  <a:cubicBezTo>
                    <a:pt x="413" y="72"/>
                    <a:pt x="428" y="60"/>
                    <a:pt x="440" y="50"/>
                  </a:cubicBezTo>
                  <a:cubicBezTo>
                    <a:pt x="427" y="59"/>
                    <a:pt x="427" y="59"/>
                    <a:pt x="427" y="59"/>
                  </a:cubicBezTo>
                  <a:cubicBezTo>
                    <a:pt x="425" y="56"/>
                    <a:pt x="425" y="56"/>
                    <a:pt x="425" y="56"/>
                  </a:cubicBezTo>
                  <a:cubicBezTo>
                    <a:pt x="455" y="31"/>
                    <a:pt x="455" y="31"/>
                    <a:pt x="455" y="31"/>
                  </a:cubicBezTo>
                  <a:cubicBezTo>
                    <a:pt x="410" y="56"/>
                    <a:pt x="410" y="56"/>
                    <a:pt x="410" y="56"/>
                  </a:cubicBezTo>
                  <a:cubicBezTo>
                    <a:pt x="452" y="16"/>
                    <a:pt x="452" y="16"/>
                    <a:pt x="452" y="16"/>
                  </a:cubicBezTo>
                  <a:cubicBezTo>
                    <a:pt x="402" y="46"/>
                    <a:pt x="402" y="46"/>
                    <a:pt x="402" y="46"/>
                  </a:cubicBezTo>
                  <a:cubicBezTo>
                    <a:pt x="413" y="34"/>
                    <a:pt x="413" y="34"/>
                    <a:pt x="413" y="34"/>
                  </a:cubicBezTo>
                  <a:cubicBezTo>
                    <a:pt x="423" y="25"/>
                    <a:pt x="434" y="14"/>
                    <a:pt x="439" y="7"/>
                  </a:cubicBezTo>
                  <a:cubicBezTo>
                    <a:pt x="430" y="13"/>
                    <a:pt x="411" y="27"/>
                    <a:pt x="393" y="40"/>
                  </a:cubicBezTo>
                  <a:cubicBezTo>
                    <a:pt x="386" y="46"/>
                    <a:pt x="386" y="46"/>
                    <a:pt x="386" y="46"/>
                  </a:cubicBezTo>
                  <a:cubicBezTo>
                    <a:pt x="390" y="37"/>
                    <a:pt x="390" y="37"/>
                    <a:pt x="390" y="37"/>
                  </a:cubicBezTo>
                  <a:cubicBezTo>
                    <a:pt x="396" y="28"/>
                    <a:pt x="401" y="17"/>
                    <a:pt x="403" y="12"/>
                  </a:cubicBezTo>
                  <a:cubicBezTo>
                    <a:pt x="400" y="14"/>
                    <a:pt x="394" y="22"/>
                    <a:pt x="379" y="43"/>
                  </a:cubicBezTo>
                  <a:cubicBezTo>
                    <a:pt x="377" y="46"/>
                    <a:pt x="376" y="49"/>
                    <a:pt x="375" y="51"/>
                  </a:cubicBezTo>
                  <a:cubicBezTo>
                    <a:pt x="373" y="54"/>
                    <a:pt x="371" y="57"/>
                    <a:pt x="365" y="61"/>
                  </a:cubicBezTo>
                  <a:cubicBezTo>
                    <a:pt x="234" y="139"/>
                    <a:pt x="234" y="139"/>
                    <a:pt x="234" y="139"/>
                  </a:cubicBezTo>
                  <a:cubicBezTo>
                    <a:pt x="165" y="159"/>
                    <a:pt x="134" y="157"/>
                    <a:pt x="63" y="111"/>
                  </a:cubicBezTo>
                  <a:cubicBezTo>
                    <a:pt x="63" y="111"/>
                    <a:pt x="57" y="108"/>
                    <a:pt x="48" y="108"/>
                  </a:cubicBezTo>
                  <a:close/>
                </a:path>
              </a:pathLst>
            </a:custGeom>
            <a:solidFill>
              <a:srgbClr val="FFA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768;p48">
              <a:extLst>
                <a:ext uri="{FF2B5EF4-FFF2-40B4-BE49-F238E27FC236}">
                  <a16:creationId xmlns:a16="http://schemas.microsoft.com/office/drawing/2014/main" id="{6C43C4D0-CB4B-8C70-C5A0-E74954E09C62}"/>
                </a:ext>
              </a:extLst>
            </p:cNvPr>
            <p:cNvSpPr/>
            <p:nvPr/>
          </p:nvSpPr>
          <p:spPr>
            <a:xfrm>
              <a:off x="2647649" y="1656104"/>
              <a:ext cx="447817" cy="402908"/>
            </a:xfrm>
            <a:custGeom>
              <a:avLst/>
              <a:gdLst/>
              <a:ahLst/>
              <a:cxnLst/>
              <a:rect l="l" t="t" r="r" b="b"/>
              <a:pathLst>
                <a:path w="151" h="136" extrusionOk="0">
                  <a:moveTo>
                    <a:pt x="151" y="47"/>
                  </a:moveTo>
                  <a:cubicBezTo>
                    <a:pt x="144" y="46"/>
                    <a:pt x="76" y="25"/>
                    <a:pt x="67" y="4"/>
                  </a:cubicBezTo>
                  <a:cubicBezTo>
                    <a:pt x="67" y="4"/>
                    <a:pt x="48" y="0"/>
                    <a:pt x="24" y="32"/>
                  </a:cubicBezTo>
                  <a:cubicBezTo>
                    <a:pt x="0" y="63"/>
                    <a:pt x="67" y="130"/>
                    <a:pt x="67" y="130"/>
                  </a:cubicBezTo>
                  <a:cubicBezTo>
                    <a:pt x="77" y="136"/>
                    <a:pt x="130" y="132"/>
                    <a:pt x="130" y="132"/>
                  </a:cubicBezTo>
                  <a:lnTo>
                    <a:pt x="151" y="4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769;p48">
              <a:extLst>
                <a:ext uri="{FF2B5EF4-FFF2-40B4-BE49-F238E27FC236}">
                  <a16:creationId xmlns:a16="http://schemas.microsoft.com/office/drawing/2014/main" id="{94AD5C13-E29C-DE30-3F6D-211288858C57}"/>
                </a:ext>
              </a:extLst>
            </p:cNvPr>
            <p:cNvSpPr/>
            <p:nvPr/>
          </p:nvSpPr>
          <p:spPr>
            <a:xfrm>
              <a:off x="2621986" y="1199304"/>
              <a:ext cx="390076" cy="323353"/>
            </a:xfrm>
            <a:custGeom>
              <a:avLst/>
              <a:gdLst/>
              <a:ahLst/>
              <a:cxnLst/>
              <a:rect l="l" t="t" r="r" b="b"/>
              <a:pathLst>
                <a:path w="132" h="109" extrusionOk="0">
                  <a:moveTo>
                    <a:pt x="0" y="60"/>
                  </a:moveTo>
                  <a:cubicBezTo>
                    <a:pt x="12" y="109"/>
                    <a:pt x="27" y="106"/>
                    <a:pt x="48" y="102"/>
                  </a:cubicBezTo>
                  <a:cubicBezTo>
                    <a:pt x="57" y="100"/>
                    <a:pt x="67" y="99"/>
                    <a:pt x="78" y="101"/>
                  </a:cubicBezTo>
                  <a:cubicBezTo>
                    <a:pt x="94" y="105"/>
                    <a:pt x="107" y="99"/>
                    <a:pt x="118" y="89"/>
                  </a:cubicBezTo>
                  <a:cubicBezTo>
                    <a:pt x="118" y="89"/>
                    <a:pt x="118" y="89"/>
                    <a:pt x="118" y="89"/>
                  </a:cubicBezTo>
                  <a:cubicBezTo>
                    <a:pt x="122" y="78"/>
                    <a:pt x="124" y="76"/>
                    <a:pt x="121" y="65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32" y="46"/>
                    <a:pt x="125" y="28"/>
                    <a:pt x="113" y="18"/>
                  </a:cubicBezTo>
                  <a:cubicBezTo>
                    <a:pt x="105" y="10"/>
                    <a:pt x="96" y="8"/>
                    <a:pt x="85" y="5"/>
                  </a:cubicBezTo>
                  <a:cubicBezTo>
                    <a:pt x="73" y="1"/>
                    <a:pt x="50" y="0"/>
                    <a:pt x="36" y="10"/>
                  </a:cubicBezTo>
                  <a:cubicBezTo>
                    <a:pt x="31" y="13"/>
                    <a:pt x="30" y="11"/>
                    <a:pt x="29" y="9"/>
                  </a:cubicBezTo>
                  <a:cubicBezTo>
                    <a:pt x="27" y="7"/>
                    <a:pt x="26" y="5"/>
                    <a:pt x="22" y="9"/>
                  </a:cubicBezTo>
                  <a:cubicBezTo>
                    <a:pt x="21" y="10"/>
                    <a:pt x="20" y="11"/>
                    <a:pt x="20" y="11"/>
                  </a:cubicBezTo>
                  <a:cubicBezTo>
                    <a:pt x="5" y="18"/>
                    <a:pt x="0" y="57"/>
                    <a:pt x="0" y="6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770;p48">
              <a:extLst>
                <a:ext uri="{FF2B5EF4-FFF2-40B4-BE49-F238E27FC236}">
                  <a16:creationId xmlns:a16="http://schemas.microsoft.com/office/drawing/2014/main" id="{A3250D85-8DE3-E1D8-611F-24D80B451599}"/>
                </a:ext>
              </a:extLst>
            </p:cNvPr>
            <p:cNvSpPr/>
            <p:nvPr/>
          </p:nvSpPr>
          <p:spPr>
            <a:xfrm>
              <a:off x="2606588" y="1127448"/>
              <a:ext cx="174508" cy="187339"/>
            </a:xfrm>
            <a:custGeom>
              <a:avLst/>
              <a:gdLst/>
              <a:ahLst/>
              <a:cxnLst/>
              <a:rect l="l" t="t" r="r" b="b"/>
              <a:pathLst>
                <a:path w="59" h="63" extrusionOk="0">
                  <a:moveTo>
                    <a:pt x="53" y="40"/>
                  </a:moveTo>
                  <a:cubicBezTo>
                    <a:pt x="59" y="32"/>
                    <a:pt x="59" y="19"/>
                    <a:pt x="53" y="11"/>
                  </a:cubicBezTo>
                  <a:cubicBezTo>
                    <a:pt x="47" y="3"/>
                    <a:pt x="35" y="0"/>
                    <a:pt x="26" y="4"/>
                  </a:cubicBezTo>
                  <a:cubicBezTo>
                    <a:pt x="22" y="6"/>
                    <a:pt x="18" y="9"/>
                    <a:pt x="15" y="12"/>
                  </a:cubicBezTo>
                  <a:cubicBezTo>
                    <a:pt x="12" y="15"/>
                    <a:pt x="9" y="19"/>
                    <a:pt x="7" y="23"/>
                  </a:cubicBezTo>
                  <a:cubicBezTo>
                    <a:pt x="2" y="31"/>
                    <a:pt x="0" y="43"/>
                    <a:pt x="6" y="50"/>
                  </a:cubicBezTo>
                  <a:cubicBezTo>
                    <a:pt x="8" y="53"/>
                    <a:pt x="11" y="55"/>
                    <a:pt x="13" y="57"/>
                  </a:cubicBezTo>
                  <a:cubicBezTo>
                    <a:pt x="18" y="59"/>
                    <a:pt x="23" y="62"/>
                    <a:pt x="28" y="62"/>
                  </a:cubicBezTo>
                  <a:cubicBezTo>
                    <a:pt x="33" y="63"/>
                    <a:pt x="39" y="61"/>
                    <a:pt x="42" y="5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771;p48">
              <a:extLst>
                <a:ext uri="{FF2B5EF4-FFF2-40B4-BE49-F238E27FC236}">
                  <a16:creationId xmlns:a16="http://schemas.microsoft.com/office/drawing/2014/main" id="{F19DA0A3-0C3F-04EC-AD26-8841BAE59459}"/>
                </a:ext>
              </a:extLst>
            </p:cNvPr>
            <p:cNvSpPr/>
            <p:nvPr/>
          </p:nvSpPr>
          <p:spPr>
            <a:xfrm>
              <a:off x="2654065" y="1267310"/>
              <a:ext cx="319503" cy="599230"/>
            </a:xfrm>
            <a:custGeom>
              <a:avLst/>
              <a:gdLst/>
              <a:ahLst/>
              <a:cxnLst/>
              <a:rect l="l" t="t" r="r" b="b"/>
              <a:pathLst>
                <a:path w="108" h="202" extrusionOk="0">
                  <a:moveTo>
                    <a:pt x="21" y="44"/>
                  </a:moveTo>
                  <a:cubicBezTo>
                    <a:pt x="20" y="45"/>
                    <a:pt x="22" y="45"/>
                    <a:pt x="21" y="45"/>
                  </a:cubicBezTo>
                  <a:cubicBezTo>
                    <a:pt x="17" y="42"/>
                    <a:pt x="12" y="40"/>
                    <a:pt x="6" y="50"/>
                  </a:cubicBezTo>
                  <a:cubicBezTo>
                    <a:pt x="0" y="61"/>
                    <a:pt x="16" y="70"/>
                    <a:pt x="22" y="71"/>
                  </a:cubicBezTo>
                  <a:cubicBezTo>
                    <a:pt x="25" y="71"/>
                    <a:pt x="16" y="106"/>
                    <a:pt x="11" y="130"/>
                  </a:cubicBezTo>
                  <a:cubicBezTo>
                    <a:pt x="8" y="148"/>
                    <a:pt x="8" y="175"/>
                    <a:pt x="8" y="175"/>
                  </a:cubicBezTo>
                  <a:cubicBezTo>
                    <a:pt x="8" y="175"/>
                    <a:pt x="42" y="202"/>
                    <a:pt x="62" y="174"/>
                  </a:cubicBezTo>
                  <a:cubicBezTo>
                    <a:pt x="62" y="174"/>
                    <a:pt x="70" y="121"/>
                    <a:pt x="70" y="102"/>
                  </a:cubicBezTo>
                  <a:cubicBezTo>
                    <a:pt x="70" y="101"/>
                    <a:pt x="96" y="104"/>
                    <a:pt x="103" y="57"/>
                  </a:cubicBezTo>
                  <a:cubicBezTo>
                    <a:pt x="108" y="13"/>
                    <a:pt x="78" y="4"/>
                    <a:pt x="71" y="2"/>
                  </a:cubicBezTo>
                  <a:cubicBezTo>
                    <a:pt x="65" y="0"/>
                    <a:pt x="71" y="35"/>
                    <a:pt x="21" y="44"/>
                  </a:cubicBezTo>
                </a:path>
              </a:pathLst>
            </a:custGeom>
            <a:solidFill>
              <a:srgbClr val="FFA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772;p48">
              <a:extLst>
                <a:ext uri="{FF2B5EF4-FFF2-40B4-BE49-F238E27FC236}">
                  <a16:creationId xmlns:a16="http://schemas.microsoft.com/office/drawing/2014/main" id="{8BDF64C7-37C9-80D8-5759-BC683D88A6B5}"/>
                </a:ext>
              </a:extLst>
            </p:cNvPr>
            <p:cNvSpPr/>
            <p:nvPr/>
          </p:nvSpPr>
          <p:spPr>
            <a:xfrm>
              <a:off x="2689993" y="1409740"/>
              <a:ext cx="29513" cy="41061"/>
            </a:xfrm>
            <a:custGeom>
              <a:avLst/>
              <a:gdLst/>
              <a:ahLst/>
              <a:cxnLst/>
              <a:rect l="l" t="t" r="r" b="b"/>
              <a:pathLst>
                <a:path w="10" h="14" extrusionOk="0">
                  <a:moveTo>
                    <a:pt x="10" y="2"/>
                  </a:moveTo>
                  <a:cubicBezTo>
                    <a:pt x="7" y="1"/>
                    <a:pt x="2" y="0"/>
                    <a:pt x="1" y="3"/>
                  </a:cubicBezTo>
                  <a:cubicBezTo>
                    <a:pt x="0" y="6"/>
                    <a:pt x="2" y="12"/>
                    <a:pt x="5" y="14"/>
                  </a:cubicBezTo>
                </a:path>
              </a:pathLst>
            </a:custGeom>
            <a:solidFill>
              <a:srgbClr val="E595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773;p48">
              <a:extLst>
                <a:ext uri="{FF2B5EF4-FFF2-40B4-BE49-F238E27FC236}">
                  <a16:creationId xmlns:a16="http://schemas.microsoft.com/office/drawing/2014/main" id="{31186822-E932-C93A-7923-A22BD091FACE}"/>
                </a:ext>
              </a:extLst>
            </p:cNvPr>
            <p:cNvSpPr/>
            <p:nvPr/>
          </p:nvSpPr>
          <p:spPr>
            <a:xfrm>
              <a:off x="2642516" y="1160809"/>
              <a:ext cx="292557" cy="292557"/>
            </a:xfrm>
            <a:custGeom>
              <a:avLst/>
              <a:gdLst/>
              <a:ahLst/>
              <a:cxnLst/>
              <a:rect l="l" t="t" r="r" b="b"/>
              <a:pathLst>
                <a:path w="99" h="99" extrusionOk="0">
                  <a:moveTo>
                    <a:pt x="99" y="42"/>
                  </a:moveTo>
                  <a:cubicBezTo>
                    <a:pt x="99" y="42"/>
                    <a:pt x="60" y="99"/>
                    <a:pt x="27" y="83"/>
                  </a:cubicBezTo>
                  <a:cubicBezTo>
                    <a:pt x="0" y="70"/>
                    <a:pt x="28" y="0"/>
                    <a:pt x="60" y="18"/>
                  </a:cubicBezTo>
                  <a:cubicBezTo>
                    <a:pt x="92" y="35"/>
                    <a:pt x="99" y="42"/>
                    <a:pt x="99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774;p48">
              <a:extLst>
                <a:ext uri="{FF2B5EF4-FFF2-40B4-BE49-F238E27FC236}">
                  <a16:creationId xmlns:a16="http://schemas.microsoft.com/office/drawing/2014/main" id="{6A78F634-17DE-660F-3B09-E282548C52F8}"/>
                </a:ext>
              </a:extLst>
            </p:cNvPr>
            <p:cNvSpPr/>
            <p:nvPr/>
          </p:nvSpPr>
          <p:spPr>
            <a:xfrm>
              <a:off x="2757999" y="1513674"/>
              <a:ext cx="103935" cy="88538"/>
            </a:xfrm>
            <a:custGeom>
              <a:avLst/>
              <a:gdLst/>
              <a:ahLst/>
              <a:cxnLst/>
              <a:rect l="l" t="t" r="r" b="b"/>
              <a:pathLst>
                <a:path w="35" h="30" extrusionOk="0">
                  <a:moveTo>
                    <a:pt x="35" y="19"/>
                  </a:moveTo>
                  <a:cubicBezTo>
                    <a:pt x="35" y="19"/>
                    <a:pt x="20" y="18"/>
                    <a:pt x="7" y="6"/>
                  </a:cubicBezTo>
                  <a:cubicBezTo>
                    <a:pt x="0" y="0"/>
                    <a:pt x="12" y="28"/>
                    <a:pt x="33" y="30"/>
                  </a:cubicBezTo>
                  <a:cubicBezTo>
                    <a:pt x="33" y="30"/>
                    <a:pt x="34" y="28"/>
                    <a:pt x="35" y="19"/>
                  </a:cubicBezTo>
                  <a:close/>
                </a:path>
              </a:pathLst>
            </a:custGeom>
            <a:solidFill>
              <a:srgbClr val="E595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775;p48">
              <a:extLst>
                <a:ext uri="{FF2B5EF4-FFF2-40B4-BE49-F238E27FC236}">
                  <a16:creationId xmlns:a16="http://schemas.microsoft.com/office/drawing/2014/main" id="{A1821E76-CD53-830B-5C77-0010B56D47C2}"/>
                </a:ext>
              </a:extLst>
            </p:cNvPr>
            <p:cNvSpPr/>
            <p:nvPr/>
          </p:nvSpPr>
          <p:spPr>
            <a:xfrm>
              <a:off x="2876048" y="1371245"/>
              <a:ext cx="35928" cy="32079"/>
            </a:xfrm>
            <a:custGeom>
              <a:avLst/>
              <a:gdLst/>
              <a:ahLst/>
              <a:cxnLst/>
              <a:rect l="l" t="t" r="r" b="b"/>
              <a:pathLst>
                <a:path w="12" h="11" extrusionOk="0">
                  <a:moveTo>
                    <a:pt x="2" y="9"/>
                  </a:moveTo>
                  <a:cubicBezTo>
                    <a:pt x="0" y="11"/>
                    <a:pt x="2" y="4"/>
                    <a:pt x="5" y="2"/>
                  </a:cubicBezTo>
                  <a:cubicBezTo>
                    <a:pt x="7" y="0"/>
                    <a:pt x="11" y="1"/>
                    <a:pt x="12" y="3"/>
                  </a:cubicBezTo>
                  <a:cubicBezTo>
                    <a:pt x="12" y="3"/>
                    <a:pt x="6" y="4"/>
                    <a:pt x="2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776;p48">
              <a:extLst>
                <a:ext uri="{FF2B5EF4-FFF2-40B4-BE49-F238E27FC236}">
                  <a16:creationId xmlns:a16="http://schemas.microsoft.com/office/drawing/2014/main" id="{8E3C8AFA-7C14-1B5F-12F5-E64E1C91B314}"/>
                </a:ext>
              </a:extLst>
            </p:cNvPr>
            <p:cNvSpPr/>
            <p:nvPr/>
          </p:nvSpPr>
          <p:spPr>
            <a:xfrm>
              <a:off x="2944055" y="1385360"/>
              <a:ext cx="15398" cy="17964"/>
            </a:xfrm>
            <a:custGeom>
              <a:avLst/>
              <a:gdLst/>
              <a:ahLst/>
              <a:cxnLst/>
              <a:rect l="l" t="t" r="r" b="b"/>
              <a:pathLst>
                <a:path w="5" h="6" extrusionOk="0">
                  <a:moveTo>
                    <a:pt x="5" y="1"/>
                  </a:moveTo>
                  <a:cubicBezTo>
                    <a:pt x="2" y="0"/>
                    <a:pt x="1" y="0"/>
                    <a:pt x="0" y="3"/>
                  </a:cubicBezTo>
                  <a:cubicBezTo>
                    <a:pt x="0" y="3"/>
                    <a:pt x="4" y="4"/>
                    <a:pt x="5" y="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777;p48">
              <a:extLst>
                <a:ext uri="{FF2B5EF4-FFF2-40B4-BE49-F238E27FC236}">
                  <a16:creationId xmlns:a16="http://schemas.microsoft.com/office/drawing/2014/main" id="{FF1D7FF2-BB50-66FA-B9AF-B6E90AC41206}"/>
                </a:ext>
              </a:extLst>
            </p:cNvPr>
            <p:cNvSpPr/>
            <p:nvPr/>
          </p:nvSpPr>
          <p:spPr>
            <a:xfrm>
              <a:off x="2902994" y="1418721"/>
              <a:ext cx="11549" cy="23097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4"/>
                  </a:moveTo>
                  <a:cubicBezTo>
                    <a:pt x="0" y="6"/>
                    <a:pt x="0" y="8"/>
                    <a:pt x="1" y="8"/>
                  </a:cubicBezTo>
                  <a:cubicBezTo>
                    <a:pt x="2" y="8"/>
                    <a:pt x="3" y="6"/>
                    <a:pt x="3" y="4"/>
                  </a:cubicBezTo>
                  <a:cubicBezTo>
                    <a:pt x="4" y="2"/>
                    <a:pt x="3" y="0"/>
                    <a:pt x="2" y="0"/>
                  </a:cubicBezTo>
                  <a:cubicBezTo>
                    <a:pt x="1" y="0"/>
                    <a:pt x="0" y="2"/>
                    <a:pt x="0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1778;p48">
              <a:extLst>
                <a:ext uri="{FF2B5EF4-FFF2-40B4-BE49-F238E27FC236}">
                  <a16:creationId xmlns:a16="http://schemas.microsoft.com/office/drawing/2014/main" id="{4F82A9A5-0B2B-5DC1-8548-4794AB2B5A6C}"/>
                </a:ext>
              </a:extLst>
            </p:cNvPr>
            <p:cNvSpPr/>
            <p:nvPr/>
          </p:nvSpPr>
          <p:spPr>
            <a:xfrm>
              <a:off x="2935073" y="1418721"/>
              <a:ext cx="12831" cy="23097"/>
            </a:xfrm>
            <a:custGeom>
              <a:avLst/>
              <a:gdLst/>
              <a:ahLst/>
              <a:cxnLst/>
              <a:rect l="l" t="t" r="r" b="b"/>
              <a:pathLst>
                <a:path w="4" h="8" extrusionOk="0">
                  <a:moveTo>
                    <a:pt x="0" y="4"/>
                  </a:moveTo>
                  <a:cubicBezTo>
                    <a:pt x="0" y="6"/>
                    <a:pt x="1" y="8"/>
                    <a:pt x="2" y="8"/>
                  </a:cubicBezTo>
                  <a:cubicBezTo>
                    <a:pt x="3" y="8"/>
                    <a:pt x="4" y="7"/>
                    <a:pt x="4" y="4"/>
                  </a:cubicBezTo>
                  <a:cubicBezTo>
                    <a:pt x="4" y="2"/>
                    <a:pt x="3" y="1"/>
                    <a:pt x="2" y="1"/>
                  </a:cubicBezTo>
                  <a:cubicBezTo>
                    <a:pt x="1" y="0"/>
                    <a:pt x="0" y="2"/>
                    <a:pt x="0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1779;p48">
              <a:extLst>
                <a:ext uri="{FF2B5EF4-FFF2-40B4-BE49-F238E27FC236}">
                  <a16:creationId xmlns:a16="http://schemas.microsoft.com/office/drawing/2014/main" id="{6ABCF0DC-B226-0FA9-49C0-AD6ADCC23486}"/>
                </a:ext>
              </a:extLst>
            </p:cNvPr>
            <p:cNvSpPr/>
            <p:nvPr/>
          </p:nvSpPr>
          <p:spPr>
            <a:xfrm>
              <a:off x="2793280" y="1441847"/>
              <a:ext cx="67999" cy="17935"/>
            </a:xfrm>
            <a:custGeom>
              <a:avLst/>
              <a:gdLst/>
              <a:ahLst/>
              <a:cxnLst/>
              <a:rect l="l" t="t" r="r" b="b"/>
              <a:pathLst>
                <a:path w="23" h="23" extrusionOk="0">
                  <a:moveTo>
                    <a:pt x="11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7" y="1"/>
                    <a:pt x="5" y="2"/>
                    <a:pt x="3" y="4"/>
                  </a:cubicBezTo>
                  <a:cubicBezTo>
                    <a:pt x="1" y="6"/>
                    <a:pt x="0" y="9"/>
                    <a:pt x="0" y="12"/>
                  </a:cubicBezTo>
                  <a:cubicBezTo>
                    <a:pt x="0" y="18"/>
                    <a:pt x="5" y="23"/>
                    <a:pt x="11" y="23"/>
                  </a:cubicBezTo>
                  <a:cubicBezTo>
                    <a:pt x="11" y="23"/>
                    <a:pt x="12" y="23"/>
                    <a:pt x="12" y="23"/>
                  </a:cubicBezTo>
                  <a:cubicBezTo>
                    <a:pt x="18" y="22"/>
                    <a:pt x="23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</a:path>
              </a:pathLst>
            </a:custGeom>
            <a:solidFill>
              <a:srgbClr val="E595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1780;p48">
              <a:extLst>
                <a:ext uri="{FF2B5EF4-FFF2-40B4-BE49-F238E27FC236}">
                  <a16:creationId xmlns:a16="http://schemas.microsoft.com/office/drawing/2014/main" id="{05E5FAA3-338D-D1A4-1BBF-F837E6EB503A}"/>
                </a:ext>
              </a:extLst>
            </p:cNvPr>
            <p:cNvSpPr/>
            <p:nvPr/>
          </p:nvSpPr>
          <p:spPr>
            <a:xfrm>
              <a:off x="2416683" y="1631724"/>
              <a:ext cx="577415" cy="687766"/>
            </a:xfrm>
            <a:custGeom>
              <a:avLst/>
              <a:gdLst/>
              <a:ahLst/>
              <a:cxnLst/>
              <a:rect l="l" t="t" r="r" b="b"/>
              <a:pathLst>
                <a:path w="195" h="232" extrusionOk="0">
                  <a:moveTo>
                    <a:pt x="146" y="14"/>
                  </a:moveTo>
                  <a:cubicBezTo>
                    <a:pt x="156" y="32"/>
                    <a:pt x="195" y="90"/>
                    <a:pt x="190" y="121"/>
                  </a:cubicBezTo>
                  <a:cubicBezTo>
                    <a:pt x="187" y="141"/>
                    <a:pt x="195" y="214"/>
                    <a:pt x="195" y="214"/>
                  </a:cubicBezTo>
                  <a:cubicBezTo>
                    <a:pt x="195" y="214"/>
                    <a:pt x="100" y="232"/>
                    <a:pt x="0" y="193"/>
                  </a:cubicBezTo>
                  <a:cubicBezTo>
                    <a:pt x="1" y="141"/>
                    <a:pt x="0" y="85"/>
                    <a:pt x="31" y="33"/>
                  </a:cubicBezTo>
                  <a:cubicBezTo>
                    <a:pt x="31" y="33"/>
                    <a:pt x="82" y="0"/>
                    <a:pt x="93" y="1"/>
                  </a:cubicBezTo>
                  <a:cubicBezTo>
                    <a:pt x="93" y="1"/>
                    <a:pt x="156" y="65"/>
                    <a:pt x="146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1781;p48">
              <a:extLst>
                <a:ext uri="{FF2B5EF4-FFF2-40B4-BE49-F238E27FC236}">
                  <a16:creationId xmlns:a16="http://schemas.microsoft.com/office/drawing/2014/main" id="{827404E5-5866-5AFB-3904-C8EBA6EAD1F0}"/>
                </a:ext>
              </a:extLst>
            </p:cNvPr>
            <p:cNvSpPr/>
            <p:nvPr/>
          </p:nvSpPr>
          <p:spPr>
            <a:xfrm>
              <a:off x="1791792" y="1631724"/>
              <a:ext cx="918731" cy="1124035"/>
            </a:xfrm>
            <a:custGeom>
              <a:avLst/>
              <a:gdLst/>
              <a:ahLst/>
              <a:cxnLst/>
              <a:rect l="l" t="t" r="r" b="b"/>
              <a:pathLst>
                <a:path w="310" h="379" extrusionOk="0">
                  <a:moveTo>
                    <a:pt x="297" y="19"/>
                  </a:moveTo>
                  <a:cubicBezTo>
                    <a:pt x="146" y="0"/>
                    <a:pt x="54" y="226"/>
                    <a:pt x="54" y="226"/>
                  </a:cubicBezTo>
                  <a:cubicBezTo>
                    <a:pt x="37" y="279"/>
                    <a:pt x="37" y="279"/>
                    <a:pt x="37" y="279"/>
                  </a:cubicBezTo>
                  <a:cubicBezTo>
                    <a:pt x="5" y="325"/>
                    <a:pt x="0" y="349"/>
                    <a:pt x="0" y="349"/>
                  </a:cubicBezTo>
                  <a:cubicBezTo>
                    <a:pt x="20" y="319"/>
                    <a:pt x="20" y="319"/>
                    <a:pt x="20" y="319"/>
                  </a:cubicBezTo>
                  <a:cubicBezTo>
                    <a:pt x="3" y="366"/>
                    <a:pt x="3" y="366"/>
                    <a:pt x="3" y="366"/>
                  </a:cubicBezTo>
                  <a:cubicBezTo>
                    <a:pt x="2" y="367"/>
                    <a:pt x="6" y="364"/>
                    <a:pt x="7" y="363"/>
                  </a:cubicBezTo>
                  <a:cubicBezTo>
                    <a:pt x="28" y="327"/>
                    <a:pt x="28" y="327"/>
                    <a:pt x="28" y="327"/>
                  </a:cubicBezTo>
                  <a:cubicBezTo>
                    <a:pt x="13" y="376"/>
                    <a:pt x="13" y="376"/>
                    <a:pt x="13" y="376"/>
                  </a:cubicBezTo>
                  <a:cubicBezTo>
                    <a:pt x="13" y="377"/>
                    <a:pt x="15" y="378"/>
                    <a:pt x="15" y="377"/>
                  </a:cubicBezTo>
                  <a:cubicBezTo>
                    <a:pt x="41" y="332"/>
                    <a:pt x="41" y="332"/>
                    <a:pt x="41" y="332"/>
                  </a:cubicBezTo>
                  <a:cubicBezTo>
                    <a:pt x="41" y="332"/>
                    <a:pt x="28" y="379"/>
                    <a:pt x="32" y="375"/>
                  </a:cubicBezTo>
                  <a:cubicBezTo>
                    <a:pt x="36" y="371"/>
                    <a:pt x="57" y="325"/>
                    <a:pt x="57" y="325"/>
                  </a:cubicBezTo>
                  <a:cubicBezTo>
                    <a:pt x="57" y="325"/>
                    <a:pt x="79" y="342"/>
                    <a:pt x="81" y="340"/>
                  </a:cubicBezTo>
                  <a:cubicBezTo>
                    <a:pt x="84" y="338"/>
                    <a:pt x="76" y="322"/>
                    <a:pt x="74" y="305"/>
                  </a:cubicBezTo>
                  <a:cubicBezTo>
                    <a:pt x="73" y="294"/>
                    <a:pt x="110" y="216"/>
                    <a:pt x="110" y="216"/>
                  </a:cubicBezTo>
                  <a:cubicBezTo>
                    <a:pt x="141" y="157"/>
                    <a:pt x="213" y="82"/>
                    <a:pt x="310" y="96"/>
                  </a:cubicBezTo>
                </a:path>
              </a:pathLst>
            </a:custGeom>
            <a:solidFill>
              <a:srgbClr val="FFA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1782;p48">
              <a:extLst>
                <a:ext uri="{FF2B5EF4-FFF2-40B4-BE49-F238E27FC236}">
                  <a16:creationId xmlns:a16="http://schemas.microsoft.com/office/drawing/2014/main" id="{D53AD297-4F43-74B8-2DA5-755A4F195584}"/>
                </a:ext>
              </a:extLst>
            </p:cNvPr>
            <p:cNvSpPr/>
            <p:nvPr/>
          </p:nvSpPr>
          <p:spPr>
            <a:xfrm>
              <a:off x="2366640" y="1638140"/>
              <a:ext cx="366979" cy="343883"/>
            </a:xfrm>
            <a:custGeom>
              <a:avLst/>
              <a:gdLst/>
              <a:ahLst/>
              <a:cxnLst/>
              <a:rect l="l" t="t" r="r" b="b"/>
              <a:pathLst>
                <a:path w="124" h="116" extrusionOk="0">
                  <a:moveTo>
                    <a:pt x="107" y="0"/>
                  </a:moveTo>
                  <a:cubicBezTo>
                    <a:pt x="62" y="12"/>
                    <a:pt x="0" y="27"/>
                    <a:pt x="0" y="27"/>
                  </a:cubicBezTo>
                  <a:cubicBezTo>
                    <a:pt x="27" y="116"/>
                    <a:pt x="27" y="116"/>
                    <a:pt x="27" y="116"/>
                  </a:cubicBezTo>
                  <a:cubicBezTo>
                    <a:pt x="27" y="116"/>
                    <a:pt x="91" y="86"/>
                    <a:pt x="124" y="99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1783;p48">
              <a:extLst>
                <a:ext uri="{FF2B5EF4-FFF2-40B4-BE49-F238E27FC236}">
                  <a16:creationId xmlns:a16="http://schemas.microsoft.com/office/drawing/2014/main" id="{82FF3029-F63A-95F5-EDFE-79F52EC1A89C}"/>
                </a:ext>
              </a:extLst>
            </p:cNvPr>
            <p:cNvSpPr/>
            <p:nvPr/>
          </p:nvSpPr>
          <p:spPr>
            <a:xfrm>
              <a:off x="2660480" y="1604778"/>
              <a:ext cx="313087" cy="327203"/>
            </a:xfrm>
            <a:custGeom>
              <a:avLst/>
              <a:gdLst/>
              <a:ahLst/>
              <a:cxnLst/>
              <a:rect l="l" t="t" r="r" b="b"/>
              <a:pathLst>
                <a:path w="106" h="110" extrusionOk="0">
                  <a:moveTo>
                    <a:pt x="9" y="1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2" y="37"/>
                    <a:pt x="72" y="37"/>
                    <a:pt x="72" y="37"/>
                  </a:cubicBezTo>
                  <a:cubicBezTo>
                    <a:pt x="72" y="37"/>
                    <a:pt x="106" y="110"/>
                    <a:pt x="59" y="67"/>
                  </a:cubicBezTo>
                  <a:cubicBezTo>
                    <a:pt x="12" y="23"/>
                    <a:pt x="9" y="16"/>
                    <a:pt x="9" y="1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1784;p48">
              <a:extLst>
                <a:ext uri="{FF2B5EF4-FFF2-40B4-BE49-F238E27FC236}">
                  <a16:creationId xmlns:a16="http://schemas.microsoft.com/office/drawing/2014/main" id="{1AD71378-65C3-DE36-9185-BDA5A111BE3D}"/>
                </a:ext>
              </a:extLst>
            </p:cNvPr>
            <p:cNvSpPr/>
            <p:nvPr/>
          </p:nvSpPr>
          <p:spPr>
            <a:xfrm>
              <a:off x="2665613" y="1439252"/>
              <a:ext cx="103935" cy="162960"/>
            </a:xfrm>
            <a:custGeom>
              <a:avLst/>
              <a:gdLst/>
              <a:ahLst/>
              <a:cxnLst/>
              <a:rect l="l" t="t" r="r" b="b"/>
              <a:pathLst>
                <a:path w="35" h="55" extrusionOk="0">
                  <a:moveTo>
                    <a:pt x="17" y="55"/>
                  </a:moveTo>
                  <a:cubicBezTo>
                    <a:pt x="17" y="55"/>
                    <a:pt x="16" y="55"/>
                    <a:pt x="16" y="55"/>
                  </a:cubicBezTo>
                  <a:cubicBezTo>
                    <a:pt x="11" y="54"/>
                    <a:pt x="7" y="52"/>
                    <a:pt x="4" y="48"/>
                  </a:cubicBezTo>
                  <a:cubicBezTo>
                    <a:pt x="1" y="45"/>
                    <a:pt x="0" y="40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" y="27"/>
                    <a:pt x="17" y="4"/>
                    <a:pt x="17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2" y="6"/>
                    <a:pt x="35" y="30"/>
                    <a:pt x="35" y="39"/>
                  </a:cubicBezTo>
                  <a:cubicBezTo>
                    <a:pt x="34" y="44"/>
                    <a:pt x="32" y="48"/>
                    <a:pt x="28" y="51"/>
                  </a:cubicBezTo>
                  <a:cubicBezTo>
                    <a:pt x="25" y="53"/>
                    <a:pt x="21" y="55"/>
                    <a:pt x="17" y="55"/>
                  </a:cubicBezTo>
                  <a:close/>
                  <a:moveTo>
                    <a:pt x="19" y="7"/>
                  </a:moveTo>
                  <a:cubicBezTo>
                    <a:pt x="14" y="15"/>
                    <a:pt x="4" y="30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3" y="40"/>
                    <a:pt x="4" y="43"/>
                    <a:pt x="7" y="46"/>
                  </a:cubicBezTo>
                  <a:cubicBezTo>
                    <a:pt x="9" y="49"/>
                    <a:pt x="12" y="51"/>
                    <a:pt x="16" y="51"/>
                  </a:cubicBezTo>
                  <a:cubicBezTo>
                    <a:pt x="20" y="51"/>
                    <a:pt x="23" y="50"/>
                    <a:pt x="26" y="48"/>
                  </a:cubicBezTo>
                  <a:cubicBezTo>
                    <a:pt x="29" y="46"/>
                    <a:pt x="31" y="42"/>
                    <a:pt x="31" y="39"/>
                  </a:cubicBezTo>
                  <a:cubicBezTo>
                    <a:pt x="32" y="33"/>
                    <a:pt x="23" y="16"/>
                    <a:pt x="19" y="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978745"/>
      </p:ext>
    </p:extLst>
  </p:cSld>
  <p:clrMapOvr>
    <a:masterClrMapping/>
  </p:clrMapOvr>
</p:sld>
</file>

<file path=ppt/theme/theme1.xml><?xml version="1.0" encoding="utf-8"?>
<a:theme xmlns:a="http://schemas.openxmlformats.org/drawingml/2006/main" name="Statistics and Data Analysis - 6th Grade by Slidesgo">
  <a:themeElements>
    <a:clrScheme name="Simple Light">
      <a:dk1>
        <a:srgbClr val="334157"/>
      </a:dk1>
      <a:lt1>
        <a:srgbClr val="4C69B2"/>
      </a:lt1>
      <a:dk2>
        <a:srgbClr val="FDFDFD"/>
      </a:dk2>
      <a:lt2>
        <a:srgbClr val="6389EB"/>
      </a:lt2>
      <a:accent1>
        <a:srgbClr val="CBDDFA"/>
      </a:accent1>
      <a:accent2>
        <a:srgbClr val="FF4949"/>
      </a:accent2>
      <a:accent3>
        <a:srgbClr val="FF7A78"/>
      </a:accent3>
      <a:accent4>
        <a:srgbClr val="FF9D35"/>
      </a:accent4>
      <a:accent5>
        <a:srgbClr val="FFC53A"/>
      </a:accent5>
      <a:accent6>
        <a:srgbClr val="EBEBEB"/>
      </a:accent6>
      <a:hlink>
        <a:srgbClr val="3341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22853</TotalTime>
  <Words>1718</Words>
  <Application>Microsoft Office PowerPoint</Application>
  <PresentationFormat>On-screen Show (16:9)</PresentationFormat>
  <Paragraphs>169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Calibri</vt:lpstr>
      <vt:lpstr>Nunito Light</vt:lpstr>
      <vt:lpstr>Baloo 2 ExtraBold</vt:lpstr>
      <vt:lpstr>Anaheim</vt:lpstr>
      <vt:lpstr>DM Sans</vt:lpstr>
      <vt:lpstr>Poppins</vt:lpstr>
      <vt:lpstr>Courier New</vt:lpstr>
      <vt:lpstr>Arial</vt:lpstr>
      <vt:lpstr>Statistics and Data Analysis - 6th Grade by Slidesgo</vt:lpstr>
      <vt:lpstr>Data-Driven Insights for Digital Marketing Campaigns </vt:lpstr>
      <vt:lpstr>01</vt:lpstr>
      <vt:lpstr>Introduction and Project Overview</vt:lpstr>
      <vt:lpstr>PowerPoint Presentation</vt:lpstr>
      <vt:lpstr>Data Cleaning and Preparation</vt:lpstr>
      <vt:lpstr>Objective: To prepare and standardize Excel dataset for accurate, consistent, and Power BI–ready analysis.</vt:lpstr>
      <vt:lpstr>Data Visualization and Analysis in Power BI</vt:lpstr>
      <vt:lpstr>Marketing Performance KPIs</vt:lpstr>
      <vt:lpstr>PowerPoint Presentation</vt:lpstr>
      <vt:lpstr>PowerPoint Presentation</vt:lpstr>
      <vt:lpstr>PowerPoint Presentation</vt:lpstr>
      <vt:lpstr>Audience &amp; Demographic Overview KPIs</vt:lpstr>
      <vt:lpstr>PowerPoint Presentation</vt:lpstr>
      <vt:lpstr>PowerPoint Presentation</vt:lpstr>
      <vt:lpstr>PowerPoint Presentation</vt:lpstr>
      <vt:lpstr>Recommendations &amp; Strategic Insights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DHRUV MALHOTRA</dc:creator>
  <cp:lastModifiedBy>DHRUV MALHOTRA</cp:lastModifiedBy>
  <cp:revision>3</cp:revision>
  <dcterms:modified xsi:type="dcterms:W3CDTF">2025-11-01T16:24:12Z</dcterms:modified>
</cp:coreProperties>
</file>